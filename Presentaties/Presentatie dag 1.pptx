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sldIdLst>
    <p:sldId id="256" r:id="rId5"/>
    <p:sldId id="257" r:id="rId6"/>
    <p:sldId id="274" r:id="rId7"/>
    <p:sldId id="273" r:id="rId8"/>
    <p:sldId id="275" r:id="rId9"/>
    <p:sldId id="258" r:id="rId10"/>
    <p:sldId id="268" r:id="rId11"/>
    <p:sldId id="267" r:id="rId12"/>
    <p:sldId id="269" r:id="rId13"/>
    <p:sldId id="270" r:id="rId14"/>
    <p:sldId id="271" r:id="rId15"/>
    <p:sldId id="272" r:id="rId16"/>
    <p:sldId id="264" r:id="rId17"/>
    <p:sldId id="266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7682E2-F0FC-46C5-83D0-F74C2D6824D1}" v="475" dt="2026-04-27T12:18:57.726"/>
    <p1510:client id="{696CDCFF-2E3B-931E-C3C7-AB439E2A5FC9}" v="11" dt="2026-04-27T11:44:25.570"/>
    <p1510:client id="{7D85458B-4E7B-377B-6574-AA6B6818BFC5}" v="240" dt="2026-04-27T10:12:47.221"/>
    <p1510:client id="{933A2372-9290-CDEF-1EC9-3E0774FFBE56}" v="30" dt="2026-04-27T10:05:15.992"/>
    <p1510:client id="{CD34E543-54F3-DC82-CBEB-35006B645860}" v="4" dt="2026-04-27T12:17:15.2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smina Bentatou" userId="83730b9e-b1b2-441b-a3f4-1d03e75925d7" providerId="ADAL" clId="{1637D86D-327C-4DE9-898B-50468FC628A3}"/>
    <pc:docChg chg="undo redo custSel addSld delSld modSld sldOrd modMainMaster">
      <pc:chgData name="Yasmina Bentatou" userId="83730b9e-b1b2-441b-a3f4-1d03e75925d7" providerId="ADAL" clId="{1637D86D-327C-4DE9-898B-50468FC628A3}" dt="2026-04-27T12:18:57.726" v="479"/>
      <pc:docMkLst>
        <pc:docMk/>
      </pc:docMkLst>
      <pc:sldChg chg="modSp mod modTransition addAnim delAnim modAnim">
        <pc:chgData name="Yasmina Bentatou" userId="83730b9e-b1b2-441b-a3f4-1d03e75925d7" providerId="ADAL" clId="{1637D86D-327C-4DE9-898B-50468FC628A3}" dt="2026-04-27T10:08:50.480" v="225"/>
        <pc:sldMkLst>
          <pc:docMk/>
          <pc:sldMk cId="0" sldId="256"/>
        </pc:sldMkLst>
        <pc:spChg chg="mod">
          <ac:chgData name="Yasmina Bentatou" userId="83730b9e-b1b2-441b-a3f4-1d03e75925d7" providerId="ADAL" clId="{1637D86D-327C-4DE9-898B-50468FC628A3}" dt="2026-04-27T10:00:55.486" v="91" actId="20577"/>
          <ac:spMkLst>
            <pc:docMk/>
            <pc:sldMk cId="0" sldId="256"/>
            <ac:spMk id="7" creationId="{00000000-0000-0000-0000-000000000000}"/>
          </ac:spMkLst>
        </pc:spChg>
        <pc:spChg chg="mod">
          <ac:chgData name="Yasmina Bentatou" userId="83730b9e-b1b2-441b-a3f4-1d03e75925d7" providerId="ADAL" clId="{1637D86D-327C-4DE9-898B-50468FC628A3}" dt="2026-04-27T09:57:01.167" v="14" actId="20577"/>
          <ac:spMkLst>
            <pc:docMk/>
            <pc:sldMk cId="0" sldId="256"/>
            <ac:spMk id="13" creationId="{00000000-0000-0000-0000-000000000000}"/>
          </ac:spMkLst>
        </pc:spChg>
        <pc:spChg chg="mod">
          <ac:chgData name="Yasmina Bentatou" userId="83730b9e-b1b2-441b-a3f4-1d03e75925d7" providerId="ADAL" clId="{1637D86D-327C-4DE9-898B-50468FC628A3}" dt="2026-04-27T09:56:56.413" v="10" actId="14100"/>
          <ac:spMkLst>
            <pc:docMk/>
            <pc:sldMk cId="0" sldId="256"/>
            <ac:spMk id="15" creationId="{00000000-0000-0000-0000-000000000000}"/>
          </ac:spMkLst>
        </pc:spChg>
        <pc:spChg chg="mod">
          <ac:chgData name="Yasmina Bentatou" userId="83730b9e-b1b2-441b-a3f4-1d03e75925d7" providerId="ADAL" clId="{1637D86D-327C-4DE9-898B-50468FC628A3}" dt="2026-04-27T09:57:07.678" v="15" actId="20577"/>
          <ac:spMkLst>
            <pc:docMk/>
            <pc:sldMk cId="0" sldId="256"/>
            <ac:spMk id="16" creationId="{00000000-0000-0000-0000-000000000000}"/>
          </ac:spMkLst>
        </pc:spChg>
        <pc:spChg chg="mod">
          <ac:chgData name="Yasmina Bentatou" userId="83730b9e-b1b2-441b-a3f4-1d03e75925d7" providerId="ADAL" clId="{1637D86D-327C-4DE9-898B-50468FC628A3}" dt="2026-04-27T09:57:09.533" v="16" actId="20577"/>
          <ac:spMkLst>
            <pc:docMk/>
            <pc:sldMk cId="0" sldId="256"/>
            <ac:spMk id="19" creationId="{00000000-0000-0000-0000-000000000000}"/>
          </ac:spMkLst>
        </pc:spChg>
        <pc:spChg chg="mod">
          <ac:chgData name="Yasmina Bentatou" userId="83730b9e-b1b2-441b-a3f4-1d03e75925d7" providerId="ADAL" clId="{1637D86D-327C-4DE9-898B-50468FC628A3}" dt="2026-04-27T09:57:11.268" v="17" actId="20577"/>
          <ac:spMkLst>
            <pc:docMk/>
            <pc:sldMk cId="0" sldId="256"/>
            <ac:spMk id="22" creationId="{00000000-0000-0000-0000-000000000000}"/>
          </ac:spMkLst>
        </pc:spChg>
        <pc:spChg chg="mod">
          <ac:chgData name="Yasmina Bentatou" userId="83730b9e-b1b2-441b-a3f4-1d03e75925d7" providerId="ADAL" clId="{1637D86D-327C-4DE9-898B-50468FC628A3}" dt="2026-04-27T09:56:59.299" v="13" actId="20577"/>
          <ac:spMkLst>
            <pc:docMk/>
            <pc:sldMk cId="0" sldId="256"/>
            <ac:spMk id="24" creationId="{00000000-0000-0000-0000-000000000000}"/>
          </ac:spMkLst>
        </pc:spChg>
      </pc:sldChg>
      <pc:sldChg chg="delSp modSp mod modTransition">
        <pc:chgData name="Yasmina Bentatou" userId="83730b9e-b1b2-441b-a3f4-1d03e75925d7" providerId="ADAL" clId="{1637D86D-327C-4DE9-898B-50468FC628A3}" dt="2026-04-27T12:18:22.439" v="475" actId="1076"/>
        <pc:sldMkLst>
          <pc:docMk/>
          <pc:sldMk cId="0" sldId="257"/>
        </pc:sldMkLst>
        <pc:spChg chg="mod">
          <ac:chgData name="Yasmina Bentatou" userId="83730b9e-b1b2-441b-a3f4-1d03e75925d7" providerId="ADAL" clId="{1637D86D-327C-4DE9-898B-50468FC628A3}" dt="2026-04-27T12:04:18.651" v="403" actId="20577"/>
          <ac:spMkLst>
            <pc:docMk/>
            <pc:sldMk cId="0" sldId="257"/>
            <ac:spMk id="4" creationId="{00000000-0000-0000-0000-000000000000}"/>
          </ac:spMkLst>
        </pc:spChg>
        <pc:spChg chg="mod">
          <ac:chgData name="Yasmina Bentatou" userId="83730b9e-b1b2-441b-a3f4-1d03e75925d7" providerId="ADAL" clId="{1637D86D-327C-4DE9-898B-50468FC628A3}" dt="2026-04-27T12:17:18.775" v="430" actId="20577"/>
          <ac:spMkLst>
            <pc:docMk/>
            <pc:sldMk cId="0" sldId="257"/>
            <ac:spMk id="20" creationId="{00000000-0000-0000-0000-000000000000}"/>
          </ac:spMkLst>
        </pc:spChg>
        <pc:spChg chg="mod">
          <ac:chgData name="Yasmina Bentatou" userId="83730b9e-b1b2-441b-a3f4-1d03e75925d7" providerId="ADAL" clId="{1637D86D-327C-4DE9-898B-50468FC628A3}" dt="2026-04-27T12:18:15.241" v="474" actId="1076"/>
          <ac:spMkLst>
            <pc:docMk/>
            <pc:sldMk cId="0" sldId="257"/>
            <ac:spMk id="21" creationId="{00000000-0000-0000-0000-000000000000}"/>
          </ac:spMkLst>
        </pc:spChg>
        <pc:spChg chg="mod">
          <ac:chgData name="Yasmina Bentatou" userId="83730b9e-b1b2-441b-a3f4-1d03e75925d7" providerId="ADAL" clId="{1637D86D-327C-4DE9-898B-50468FC628A3}" dt="2026-04-27T12:18:11.958" v="473" actId="1076"/>
          <ac:spMkLst>
            <pc:docMk/>
            <pc:sldMk cId="0" sldId="257"/>
            <ac:spMk id="22" creationId="{00000000-0000-0000-0000-000000000000}"/>
          </ac:spMkLst>
        </pc:spChg>
        <pc:spChg chg="mod">
          <ac:chgData name="Yasmina Bentatou" userId="83730b9e-b1b2-441b-a3f4-1d03e75925d7" providerId="ADAL" clId="{1637D86D-327C-4DE9-898B-50468FC628A3}" dt="2026-04-27T12:16:58.360" v="423" actId="1076"/>
          <ac:spMkLst>
            <pc:docMk/>
            <pc:sldMk cId="0" sldId="257"/>
            <ac:spMk id="23" creationId="{00000000-0000-0000-0000-000000000000}"/>
          </ac:spMkLst>
        </pc:spChg>
        <pc:spChg chg="mod">
          <ac:chgData name="Yasmina Bentatou" userId="83730b9e-b1b2-441b-a3f4-1d03e75925d7" providerId="ADAL" clId="{1637D86D-327C-4DE9-898B-50468FC628A3}" dt="2026-04-27T12:16:44.862" v="411" actId="20577"/>
          <ac:spMkLst>
            <pc:docMk/>
            <pc:sldMk cId="0" sldId="257"/>
            <ac:spMk id="30" creationId="{00000000-0000-0000-0000-000000000000}"/>
          </ac:spMkLst>
        </pc:spChg>
        <pc:spChg chg="mod">
          <ac:chgData name="Yasmina Bentatou" userId="83730b9e-b1b2-441b-a3f4-1d03e75925d7" providerId="ADAL" clId="{1637D86D-327C-4DE9-898B-50468FC628A3}" dt="2026-04-27T12:17:01.911" v="424" actId="1076"/>
          <ac:spMkLst>
            <pc:docMk/>
            <pc:sldMk cId="0" sldId="257"/>
            <ac:spMk id="31" creationId="{00000000-0000-0000-0000-000000000000}"/>
          </ac:spMkLst>
        </pc:spChg>
        <pc:spChg chg="del mod">
          <ac:chgData name="Yasmina Bentatou" userId="83730b9e-b1b2-441b-a3f4-1d03e75925d7" providerId="ADAL" clId="{1637D86D-327C-4DE9-898B-50468FC628A3}" dt="2026-04-27T12:17:08.664" v="427" actId="478"/>
          <ac:spMkLst>
            <pc:docMk/>
            <pc:sldMk cId="0" sldId="257"/>
            <ac:spMk id="38" creationId="{00000000-0000-0000-0000-000000000000}"/>
          </ac:spMkLst>
        </pc:spChg>
        <pc:spChg chg="mod">
          <ac:chgData name="Yasmina Bentatou" userId="83730b9e-b1b2-441b-a3f4-1d03e75925d7" providerId="ADAL" clId="{1637D86D-327C-4DE9-898B-50468FC628A3}" dt="2026-04-27T12:17:11.711" v="428" actId="1076"/>
          <ac:spMkLst>
            <pc:docMk/>
            <pc:sldMk cId="0" sldId="257"/>
            <ac:spMk id="39" creationId="{00000000-0000-0000-0000-000000000000}"/>
          </ac:spMkLst>
        </pc:spChg>
        <pc:spChg chg="mod">
          <ac:chgData name="Yasmina Bentatou" userId="83730b9e-b1b2-441b-a3f4-1d03e75925d7" providerId="ADAL" clId="{1637D86D-327C-4DE9-898B-50468FC628A3}" dt="2026-04-27T12:18:22.439" v="475" actId="1076"/>
          <ac:spMkLst>
            <pc:docMk/>
            <pc:sldMk cId="0" sldId="257"/>
            <ac:spMk id="40" creationId="{00000000-0000-0000-0000-000000000000}"/>
          </ac:spMkLst>
        </pc:spChg>
      </pc:sldChg>
      <pc:sldChg chg="addSp modSp mod modTransition addAnim delAnim modAnim">
        <pc:chgData name="Yasmina Bentatou" userId="83730b9e-b1b2-441b-a3f4-1d03e75925d7" providerId="ADAL" clId="{1637D86D-327C-4DE9-898B-50468FC628A3}" dt="2026-04-27T10:02:32.057" v="115"/>
        <pc:sldMkLst>
          <pc:docMk/>
          <pc:sldMk cId="0" sldId="258"/>
        </pc:sldMkLst>
        <pc:spChg chg="mod">
          <ac:chgData name="Yasmina Bentatou" userId="83730b9e-b1b2-441b-a3f4-1d03e75925d7" providerId="ADAL" clId="{1637D86D-327C-4DE9-898B-50468FC628A3}" dt="2026-04-27T09:59:09.899" v="44" actId="20577"/>
          <ac:spMkLst>
            <pc:docMk/>
            <pc:sldMk cId="0" sldId="258"/>
            <ac:spMk id="3" creationId="{00000000-0000-0000-0000-000000000000}"/>
          </ac:spMkLst>
        </pc:spChg>
        <pc:picChg chg="add mod">
          <ac:chgData name="Yasmina Bentatou" userId="83730b9e-b1b2-441b-a3f4-1d03e75925d7" providerId="ADAL" clId="{1637D86D-327C-4DE9-898B-50468FC628A3}" dt="2026-04-27T09:57:46.012" v="18"/>
          <ac:picMkLst>
            <pc:docMk/>
            <pc:sldMk cId="0" sldId="258"/>
            <ac:picMk id="4" creationId="{04EF77E3-4A58-AF7E-1055-50511FFBC436}"/>
          </ac:picMkLst>
        </pc:picChg>
      </pc:sldChg>
      <pc:sldChg chg="addSp delSp modSp mod ord modTransition addAnim delAnim modAnim">
        <pc:chgData name="Yasmina Bentatou" userId="83730b9e-b1b2-441b-a3f4-1d03e75925d7" providerId="ADAL" clId="{1637D86D-327C-4DE9-898B-50468FC628A3}" dt="2026-04-27T12:18:57.726" v="479"/>
        <pc:sldMkLst>
          <pc:docMk/>
          <pc:sldMk cId="0" sldId="264"/>
        </pc:sldMkLst>
        <pc:spChg chg="mod">
          <ac:chgData name="Yasmina Bentatou" userId="83730b9e-b1b2-441b-a3f4-1d03e75925d7" providerId="ADAL" clId="{1637D86D-327C-4DE9-898B-50468FC628A3}" dt="2026-04-27T10:11:01.596" v="277" actId="1076"/>
          <ac:spMkLst>
            <pc:docMk/>
            <pc:sldMk cId="0" sldId="264"/>
            <ac:spMk id="2" creationId="{00000000-0000-0000-0000-000000000000}"/>
          </ac:spMkLst>
        </pc:spChg>
        <pc:spChg chg="mod">
          <ac:chgData name="Yasmina Bentatou" userId="83730b9e-b1b2-441b-a3f4-1d03e75925d7" providerId="ADAL" clId="{1637D86D-327C-4DE9-898B-50468FC628A3}" dt="2026-04-27T12:00:59.942" v="401" actId="20577"/>
          <ac:spMkLst>
            <pc:docMk/>
            <pc:sldMk cId="0" sldId="264"/>
            <ac:spMk id="3" creationId="{00000000-0000-0000-0000-000000000000}"/>
          </ac:spMkLst>
        </pc:spChg>
        <pc:spChg chg="mod">
          <ac:chgData name="Yasmina Bentatou" userId="83730b9e-b1b2-441b-a3f4-1d03e75925d7" providerId="ADAL" clId="{1637D86D-327C-4DE9-898B-50468FC628A3}" dt="2026-04-27T11:31:55.675" v="329" actId="1076"/>
          <ac:spMkLst>
            <pc:docMk/>
            <pc:sldMk cId="0" sldId="264"/>
            <ac:spMk id="10" creationId="{00000000-0000-0000-0000-000000000000}"/>
          </ac:spMkLst>
        </pc:spChg>
        <pc:spChg chg="mod">
          <ac:chgData name="Yasmina Bentatou" userId="83730b9e-b1b2-441b-a3f4-1d03e75925d7" providerId="ADAL" clId="{1637D86D-327C-4DE9-898B-50468FC628A3}" dt="2026-04-27T11:31:55.675" v="329" actId="1076"/>
          <ac:spMkLst>
            <pc:docMk/>
            <pc:sldMk cId="0" sldId="264"/>
            <ac:spMk id="12" creationId="{00000000-0000-0000-0000-000000000000}"/>
          </ac:spMkLst>
        </pc:spChg>
        <pc:spChg chg="mod">
          <ac:chgData name="Yasmina Bentatou" userId="83730b9e-b1b2-441b-a3f4-1d03e75925d7" providerId="ADAL" clId="{1637D86D-327C-4DE9-898B-50468FC628A3}" dt="2026-04-27T11:31:55.675" v="329" actId="1076"/>
          <ac:spMkLst>
            <pc:docMk/>
            <pc:sldMk cId="0" sldId="264"/>
            <ac:spMk id="14" creationId="{00000000-0000-0000-0000-000000000000}"/>
          </ac:spMkLst>
        </pc:spChg>
        <pc:spChg chg="mod">
          <ac:chgData name="Yasmina Bentatou" userId="83730b9e-b1b2-441b-a3f4-1d03e75925d7" providerId="ADAL" clId="{1637D86D-327C-4DE9-898B-50468FC628A3}" dt="2026-04-27T11:31:55.675" v="329" actId="1076"/>
          <ac:spMkLst>
            <pc:docMk/>
            <pc:sldMk cId="0" sldId="264"/>
            <ac:spMk id="15" creationId="{00000000-0000-0000-0000-000000000000}"/>
          </ac:spMkLst>
        </pc:spChg>
        <pc:spChg chg="mod">
          <ac:chgData name="Yasmina Bentatou" userId="83730b9e-b1b2-441b-a3f4-1d03e75925d7" providerId="ADAL" clId="{1637D86D-327C-4DE9-898B-50468FC628A3}" dt="2026-04-27T11:31:55.675" v="329" actId="1076"/>
          <ac:spMkLst>
            <pc:docMk/>
            <pc:sldMk cId="0" sldId="264"/>
            <ac:spMk id="33" creationId="{00000000-0000-0000-0000-000000000000}"/>
          </ac:spMkLst>
        </pc:spChg>
        <pc:spChg chg="mod">
          <ac:chgData name="Yasmina Bentatou" userId="83730b9e-b1b2-441b-a3f4-1d03e75925d7" providerId="ADAL" clId="{1637D86D-327C-4DE9-898B-50468FC628A3}" dt="2026-04-27T11:31:55.675" v="329" actId="1076"/>
          <ac:spMkLst>
            <pc:docMk/>
            <pc:sldMk cId="0" sldId="264"/>
            <ac:spMk id="36" creationId="{00000000-0000-0000-0000-000000000000}"/>
          </ac:spMkLst>
        </pc:spChg>
        <pc:spChg chg="mod">
          <ac:chgData name="Yasmina Bentatou" userId="83730b9e-b1b2-441b-a3f4-1d03e75925d7" providerId="ADAL" clId="{1637D86D-327C-4DE9-898B-50468FC628A3}" dt="2026-04-27T11:31:55.675" v="329" actId="1076"/>
          <ac:spMkLst>
            <pc:docMk/>
            <pc:sldMk cId="0" sldId="264"/>
            <ac:spMk id="37" creationId="{00000000-0000-0000-0000-000000000000}"/>
          </ac:spMkLst>
        </pc:spChg>
        <pc:spChg chg="mod">
          <ac:chgData name="Yasmina Bentatou" userId="83730b9e-b1b2-441b-a3f4-1d03e75925d7" providerId="ADAL" clId="{1637D86D-327C-4DE9-898B-50468FC628A3}" dt="2026-04-27T11:31:55.675" v="329" actId="1076"/>
          <ac:spMkLst>
            <pc:docMk/>
            <pc:sldMk cId="0" sldId="264"/>
            <ac:spMk id="38" creationId="{00000000-0000-0000-0000-000000000000}"/>
          </ac:spMkLst>
        </pc:spChg>
        <pc:spChg chg="mod">
          <ac:chgData name="Yasmina Bentatou" userId="83730b9e-b1b2-441b-a3f4-1d03e75925d7" providerId="ADAL" clId="{1637D86D-327C-4DE9-898B-50468FC628A3}" dt="2026-04-27T11:31:55.675" v="329" actId="1076"/>
          <ac:spMkLst>
            <pc:docMk/>
            <pc:sldMk cId="0" sldId="264"/>
            <ac:spMk id="39" creationId="{00000000-0000-0000-0000-000000000000}"/>
          </ac:spMkLst>
        </pc:spChg>
        <pc:spChg chg="mod">
          <ac:chgData name="Yasmina Bentatou" userId="83730b9e-b1b2-441b-a3f4-1d03e75925d7" providerId="ADAL" clId="{1637D86D-327C-4DE9-898B-50468FC628A3}" dt="2026-04-27T10:10:51.347" v="273" actId="20577"/>
          <ac:spMkLst>
            <pc:docMk/>
            <pc:sldMk cId="0" sldId="264"/>
            <ac:spMk id="41" creationId="{00000000-0000-0000-0000-000000000000}"/>
          </ac:spMkLst>
        </pc:spChg>
        <pc:spChg chg="mod">
          <ac:chgData name="Yasmina Bentatou" userId="83730b9e-b1b2-441b-a3f4-1d03e75925d7" providerId="ADAL" clId="{1637D86D-327C-4DE9-898B-50468FC628A3}" dt="2026-04-27T10:11:34.715" v="314" actId="20577"/>
          <ac:spMkLst>
            <pc:docMk/>
            <pc:sldMk cId="0" sldId="264"/>
            <ac:spMk id="43" creationId="{00000000-0000-0000-0000-000000000000}"/>
          </ac:spMkLst>
        </pc:spChg>
        <pc:spChg chg="mod">
          <ac:chgData name="Yasmina Bentatou" userId="83730b9e-b1b2-441b-a3f4-1d03e75925d7" providerId="ADAL" clId="{1637D86D-327C-4DE9-898B-50468FC628A3}" dt="2026-04-27T11:31:55.675" v="329" actId="1076"/>
          <ac:spMkLst>
            <pc:docMk/>
            <pc:sldMk cId="0" sldId="264"/>
            <ac:spMk id="45" creationId="{00000000-0000-0000-0000-000000000000}"/>
          </ac:spMkLst>
        </pc:spChg>
        <pc:spChg chg="del mod">
          <ac:chgData name="Yasmina Bentatou" userId="83730b9e-b1b2-441b-a3f4-1d03e75925d7" providerId="ADAL" clId="{1637D86D-327C-4DE9-898B-50468FC628A3}" dt="2026-04-27T10:10:59.116" v="275" actId="478"/>
          <ac:spMkLst>
            <pc:docMk/>
            <pc:sldMk cId="0" sldId="264"/>
            <ac:spMk id="46" creationId="{00000000-0000-0000-0000-000000000000}"/>
          </ac:spMkLst>
        </pc:spChg>
        <pc:spChg chg="del">
          <ac:chgData name="Yasmina Bentatou" userId="83730b9e-b1b2-441b-a3f4-1d03e75925d7" providerId="ADAL" clId="{1637D86D-327C-4DE9-898B-50468FC628A3}" dt="2026-04-27T10:11:05.790" v="280" actId="478"/>
          <ac:spMkLst>
            <pc:docMk/>
            <pc:sldMk cId="0" sldId="264"/>
            <ac:spMk id="47" creationId="{00000000-0000-0000-0000-000000000000}"/>
          </ac:spMkLst>
        </pc:spChg>
        <pc:spChg chg="del">
          <ac:chgData name="Yasmina Bentatou" userId="83730b9e-b1b2-441b-a3f4-1d03e75925d7" providerId="ADAL" clId="{1637D86D-327C-4DE9-898B-50468FC628A3}" dt="2026-04-27T10:11:02.722" v="278" actId="478"/>
          <ac:spMkLst>
            <pc:docMk/>
            <pc:sldMk cId="0" sldId="264"/>
            <ac:spMk id="48" creationId="{00000000-0000-0000-0000-000000000000}"/>
          </ac:spMkLst>
        </pc:spChg>
        <pc:spChg chg="del">
          <ac:chgData name="Yasmina Bentatou" userId="83730b9e-b1b2-441b-a3f4-1d03e75925d7" providerId="ADAL" clId="{1637D86D-327C-4DE9-898B-50468FC628A3}" dt="2026-04-27T10:11:04.826" v="279" actId="478"/>
          <ac:spMkLst>
            <pc:docMk/>
            <pc:sldMk cId="0" sldId="264"/>
            <ac:spMk id="49" creationId="{00000000-0000-0000-0000-000000000000}"/>
          </ac:spMkLst>
        </pc:spChg>
        <pc:spChg chg="del">
          <ac:chgData name="Yasmina Bentatou" userId="83730b9e-b1b2-441b-a3f4-1d03e75925d7" providerId="ADAL" clId="{1637D86D-327C-4DE9-898B-50468FC628A3}" dt="2026-04-27T10:11:08.815" v="281" actId="478"/>
          <ac:spMkLst>
            <pc:docMk/>
            <pc:sldMk cId="0" sldId="264"/>
            <ac:spMk id="50" creationId="{00000000-0000-0000-0000-000000000000}"/>
          </ac:spMkLst>
        </pc:spChg>
        <pc:spChg chg="del">
          <ac:chgData name="Yasmina Bentatou" userId="83730b9e-b1b2-441b-a3f4-1d03e75925d7" providerId="ADAL" clId="{1637D86D-327C-4DE9-898B-50468FC628A3}" dt="2026-04-27T10:11:11.167" v="283" actId="478"/>
          <ac:spMkLst>
            <pc:docMk/>
            <pc:sldMk cId="0" sldId="264"/>
            <ac:spMk id="52" creationId="{00000000-0000-0000-0000-000000000000}"/>
          </ac:spMkLst>
        </pc:spChg>
        <pc:spChg chg="del mod">
          <ac:chgData name="Yasmina Bentatou" userId="83730b9e-b1b2-441b-a3f4-1d03e75925d7" providerId="ADAL" clId="{1637D86D-327C-4DE9-898B-50468FC628A3}" dt="2026-04-27T10:11:15.624" v="287" actId="478"/>
          <ac:spMkLst>
            <pc:docMk/>
            <pc:sldMk cId="0" sldId="264"/>
            <ac:spMk id="53" creationId="{00000000-0000-0000-0000-000000000000}"/>
          </ac:spMkLst>
        </pc:spChg>
        <pc:spChg chg="add del mod">
          <ac:chgData name="Yasmina Bentatou" userId="83730b9e-b1b2-441b-a3f4-1d03e75925d7" providerId="ADAL" clId="{1637D86D-327C-4DE9-898B-50468FC628A3}" dt="2026-04-27T10:11:16.743" v="288" actId="478"/>
          <ac:spMkLst>
            <pc:docMk/>
            <pc:sldMk cId="0" sldId="264"/>
            <ac:spMk id="60" creationId="{A5E3B698-0E51-EC71-0EE8-4BB38DC3E0AE}"/>
          </ac:spMkLst>
        </pc:spChg>
      </pc:sldChg>
      <pc:sldChg chg="modTransition">
        <pc:chgData name="Yasmina Bentatou" userId="83730b9e-b1b2-441b-a3f4-1d03e75925d7" providerId="ADAL" clId="{1637D86D-327C-4DE9-898B-50468FC628A3}" dt="2026-04-27T10:00:23.625" v="83"/>
        <pc:sldMkLst>
          <pc:docMk/>
          <pc:sldMk cId="0" sldId="266"/>
        </pc:sldMkLst>
      </pc:sldChg>
      <pc:sldChg chg="addSp modSp mod modTransition addAnim delAnim modAnim">
        <pc:chgData name="Yasmina Bentatou" userId="83730b9e-b1b2-441b-a3f4-1d03e75925d7" providerId="ADAL" clId="{1637D86D-327C-4DE9-898B-50468FC628A3}" dt="2026-04-27T10:02:53.681" v="125"/>
        <pc:sldMkLst>
          <pc:docMk/>
          <pc:sldMk cId="2688044919" sldId="267"/>
        </pc:sldMkLst>
        <pc:spChg chg="mod">
          <ac:chgData name="Yasmina Bentatou" userId="83730b9e-b1b2-441b-a3f4-1d03e75925d7" providerId="ADAL" clId="{1637D86D-327C-4DE9-898B-50468FC628A3}" dt="2026-04-27T09:59:20.359" v="50" actId="20577"/>
          <ac:spMkLst>
            <pc:docMk/>
            <pc:sldMk cId="2688044919" sldId="267"/>
            <ac:spMk id="3" creationId="{1407BA54-5C4A-6FB3-77CC-75D3902433A6}"/>
          </ac:spMkLst>
        </pc:spChg>
        <pc:picChg chg="add mod">
          <ac:chgData name="Yasmina Bentatou" userId="83730b9e-b1b2-441b-a3f4-1d03e75925d7" providerId="ADAL" clId="{1637D86D-327C-4DE9-898B-50468FC628A3}" dt="2026-04-27T10:02:46.235" v="121" actId="1076"/>
          <ac:picMkLst>
            <pc:docMk/>
            <pc:sldMk cId="2688044919" sldId="267"/>
            <ac:picMk id="4" creationId="{3E923B80-B8FE-51AE-FA20-882FECDED933}"/>
          </ac:picMkLst>
        </pc:picChg>
      </pc:sldChg>
      <pc:sldChg chg="addSp modSp mod modTransition addAnim delAnim modAnim">
        <pc:chgData name="Yasmina Bentatou" userId="83730b9e-b1b2-441b-a3f4-1d03e75925d7" providerId="ADAL" clId="{1637D86D-327C-4DE9-898B-50468FC628A3}" dt="2026-04-27T10:02:40.722" v="119"/>
        <pc:sldMkLst>
          <pc:docMk/>
          <pc:sldMk cId="4003293025" sldId="268"/>
        </pc:sldMkLst>
        <pc:spChg chg="mod">
          <ac:chgData name="Yasmina Bentatou" userId="83730b9e-b1b2-441b-a3f4-1d03e75925d7" providerId="ADAL" clId="{1637D86D-327C-4DE9-898B-50468FC628A3}" dt="2026-04-27T09:59:16.288" v="47" actId="20577"/>
          <ac:spMkLst>
            <pc:docMk/>
            <pc:sldMk cId="4003293025" sldId="268"/>
            <ac:spMk id="3" creationId="{9A446E0A-9FE8-FB86-D52F-C13516267AE9}"/>
          </ac:spMkLst>
        </pc:spChg>
        <pc:picChg chg="add mod">
          <ac:chgData name="Yasmina Bentatou" userId="83730b9e-b1b2-441b-a3f4-1d03e75925d7" providerId="ADAL" clId="{1637D86D-327C-4DE9-898B-50468FC628A3}" dt="2026-04-27T09:57:52.530" v="19"/>
          <ac:picMkLst>
            <pc:docMk/>
            <pc:sldMk cId="4003293025" sldId="268"/>
            <ac:picMk id="4" creationId="{15AF61AE-F213-B93D-D7A7-C41D10C4B1CD}"/>
          </ac:picMkLst>
        </pc:picChg>
      </pc:sldChg>
      <pc:sldChg chg="addSp delSp modSp add mod modTransition addAnim delAnim modAnim">
        <pc:chgData name="Yasmina Bentatou" userId="83730b9e-b1b2-441b-a3f4-1d03e75925d7" providerId="ADAL" clId="{1637D86D-327C-4DE9-898B-50468FC628A3}" dt="2026-04-27T12:14:35.314" v="410" actId="14100"/>
        <pc:sldMkLst>
          <pc:docMk/>
          <pc:sldMk cId="1794556371" sldId="269"/>
        </pc:sldMkLst>
        <pc:spChg chg="mod">
          <ac:chgData name="Yasmina Bentatou" userId="83730b9e-b1b2-441b-a3f4-1d03e75925d7" providerId="ADAL" clId="{1637D86D-327C-4DE9-898B-50468FC628A3}" dt="2026-04-27T09:59:24.249" v="53" actId="20577"/>
          <ac:spMkLst>
            <pc:docMk/>
            <pc:sldMk cId="1794556371" sldId="269"/>
            <ac:spMk id="3" creationId="{475BD95B-905D-04EA-E194-5B1377D4958F}"/>
          </ac:spMkLst>
        </pc:spChg>
        <pc:picChg chg="del">
          <ac:chgData name="Yasmina Bentatou" userId="83730b9e-b1b2-441b-a3f4-1d03e75925d7" providerId="ADAL" clId="{1637D86D-327C-4DE9-898B-50468FC628A3}" dt="2026-04-27T09:58:18.051" v="24" actId="478"/>
          <ac:picMkLst>
            <pc:docMk/>
            <pc:sldMk cId="1794556371" sldId="269"/>
            <ac:picMk id="4" creationId="{3E7BEA9A-195C-B1B7-9441-73629EC5E0B6}"/>
          </ac:picMkLst>
        </pc:picChg>
        <pc:picChg chg="add del mod">
          <ac:chgData name="Yasmina Bentatou" userId="83730b9e-b1b2-441b-a3f4-1d03e75925d7" providerId="ADAL" clId="{1637D86D-327C-4DE9-898B-50468FC628A3}" dt="2026-04-27T09:58:17.242" v="23" actId="478"/>
          <ac:picMkLst>
            <pc:docMk/>
            <pc:sldMk cId="1794556371" sldId="269"/>
            <ac:picMk id="7" creationId="{9A6ADA4F-EC28-6EE8-F066-6055400848F8}"/>
          </ac:picMkLst>
        </pc:picChg>
        <pc:picChg chg="add mod">
          <ac:chgData name="Yasmina Bentatou" userId="83730b9e-b1b2-441b-a3f4-1d03e75925d7" providerId="ADAL" clId="{1637D86D-327C-4DE9-898B-50468FC628A3}" dt="2026-04-27T12:14:35.314" v="410" actId="14100"/>
          <ac:picMkLst>
            <pc:docMk/>
            <pc:sldMk cId="1794556371" sldId="269"/>
            <ac:picMk id="8" creationId="{2FBF5934-0176-4E3B-A8CF-B921D6AC0261}"/>
          </ac:picMkLst>
        </pc:picChg>
      </pc:sldChg>
      <pc:sldChg chg="addSp delSp modSp add mod modTransition addAnim delAnim modAnim">
        <pc:chgData name="Yasmina Bentatou" userId="83730b9e-b1b2-441b-a3f4-1d03e75925d7" providerId="ADAL" clId="{1637D86D-327C-4DE9-898B-50468FC628A3}" dt="2026-04-27T10:03:41.444" v="143"/>
        <pc:sldMkLst>
          <pc:docMk/>
          <pc:sldMk cId="1789991206" sldId="270"/>
        </pc:sldMkLst>
        <pc:spChg chg="mod">
          <ac:chgData name="Yasmina Bentatou" userId="83730b9e-b1b2-441b-a3f4-1d03e75925d7" providerId="ADAL" clId="{1637D86D-327C-4DE9-898B-50468FC628A3}" dt="2026-04-27T09:59:28.474" v="56" actId="20577"/>
          <ac:spMkLst>
            <pc:docMk/>
            <pc:sldMk cId="1789991206" sldId="270"/>
            <ac:spMk id="3" creationId="{E6127BC6-17AA-52FD-6394-4B1E946BEC26}"/>
          </ac:spMkLst>
        </pc:spChg>
        <pc:picChg chg="add mod">
          <ac:chgData name="Yasmina Bentatou" userId="83730b9e-b1b2-441b-a3f4-1d03e75925d7" providerId="ADAL" clId="{1637D86D-327C-4DE9-898B-50468FC628A3}" dt="2026-04-27T10:03:34.091" v="140" actId="1076"/>
          <ac:picMkLst>
            <pc:docMk/>
            <pc:sldMk cId="1789991206" sldId="270"/>
            <ac:picMk id="4" creationId="{B45F4CE5-75EF-7911-468E-936140EF4A26}"/>
          </ac:picMkLst>
        </pc:picChg>
        <pc:picChg chg="del">
          <ac:chgData name="Yasmina Bentatou" userId="83730b9e-b1b2-441b-a3f4-1d03e75925d7" providerId="ADAL" clId="{1637D86D-327C-4DE9-898B-50468FC628A3}" dt="2026-04-27T09:58:29.096" v="27" actId="478"/>
          <ac:picMkLst>
            <pc:docMk/>
            <pc:sldMk cId="1789991206" sldId="270"/>
            <ac:picMk id="8" creationId="{4D9C558A-F98C-C9B9-45D7-391AEA3595E3}"/>
          </ac:picMkLst>
        </pc:picChg>
      </pc:sldChg>
      <pc:sldChg chg="addSp delSp modSp add mod modTransition addAnim delAnim modAnim">
        <pc:chgData name="Yasmina Bentatou" userId="83730b9e-b1b2-441b-a3f4-1d03e75925d7" providerId="ADAL" clId="{1637D86D-327C-4DE9-898B-50468FC628A3}" dt="2026-04-27T10:04:06.612" v="150"/>
        <pc:sldMkLst>
          <pc:docMk/>
          <pc:sldMk cId="3691152796" sldId="271"/>
        </pc:sldMkLst>
        <pc:spChg chg="mod">
          <ac:chgData name="Yasmina Bentatou" userId="83730b9e-b1b2-441b-a3f4-1d03e75925d7" providerId="ADAL" clId="{1637D86D-327C-4DE9-898B-50468FC628A3}" dt="2026-04-27T09:59:53.244" v="78" actId="20577"/>
          <ac:spMkLst>
            <pc:docMk/>
            <pc:sldMk cId="3691152796" sldId="271"/>
            <ac:spMk id="3" creationId="{97D0493F-C7E5-DEF2-5B0F-10770846A13A}"/>
          </ac:spMkLst>
        </pc:spChg>
        <pc:picChg chg="del">
          <ac:chgData name="Yasmina Bentatou" userId="83730b9e-b1b2-441b-a3f4-1d03e75925d7" providerId="ADAL" clId="{1637D86D-327C-4DE9-898B-50468FC628A3}" dt="2026-04-27T09:58:40.455" v="30" actId="478"/>
          <ac:picMkLst>
            <pc:docMk/>
            <pc:sldMk cId="3691152796" sldId="271"/>
            <ac:picMk id="4" creationId="{453D1000-2B47-D768-FF7C-652AC3E6ABD2}"/>
          </ac:picMkLst>
        </pc:picChg>
        <pc:picChg chg="add del mod">
          <ac:chgData name="Yasmina Bentatou" userId="83730b9e-b1b2-441b-a3f4-1d03e75925d7" providerId="ADAL" clId="{1637D86D-327C-4DE9-898B-50468FC628A3}" dt="2026-04-27T09:58:58.732" v="33" actId="478"/>
          <ac:picMkLst>
            <pc:docMk/>
            <pc:sldMk cId="3691152796" sldId="271"/>
            <ac:picMk id="7" creationId="{D18EBF32-A03B-D0C2-69B5-3D7938DD70EB}"/>
          </ac:picMkLst>
        </pc:picChg>
        <pc:picChg chg="add mod">
          <ac:chgData name="Yasmina Bentatou" userId="83730b9e-b1b2-441b-a3f4-1d03e75925d7" providerId="ADAL" clId="{1637D86D-327C-4DE9-898B-50468FC628A3}" dt="2026-04-27T10:03:57.201" v="148" actId="1076"/>
          <ac:picMkLst>
            <pc:docMk/>
            <pc:sldMk cId="3691152796" sldId="271"/>
            <ac:picMk id="8" creationId="{01C78AA5-1A57-690C-3838-CA04E156ED9C}"/>
          </ac:picMkLst>
        </pc:picChg>
      </pc:sldChg>
      <pc:sldChg chg="modSp add mod modTransition addAnim delAnim modAnim">
        <pc:chgData name="Yasmina Bentatou" userId="83730b9e-b1b2-441b-a3f4-1d03e75925d7" providerId="ADAL" clId="{1637D86D-327C-4DE9-898B-50468FC628A3}" dt="2026-04-27T10:04:27.151" v="156"/>
        <pc:sldMkLst>
          <pc:docMk/>
          <pc:sldMk cId="1882679460" sldId="272"/>
        </pc:sldMkLst>
        <pc:spChg chg="mod">
          <ac:chgData name="Yasmina Bentatou" userId="83730b9e-b1b2-441b-a3f4-1d03e75925d7" providerId="ADAL" clId="{1637D86D-327C-4DE9-898B-50468FC628A3}" dt="2026-04-27T09:59:58.673" v="81" actId="20577"/>
          <ac:spMkLst>
            <pc:docMk/>
            <pc:sldMk cId="1882679460" sldId="272"/>
            <ac:spMk id="3" creationId="{D07ABBCB-4D3E-679C-DECA-B1056AF2B4FD}"/>
          </ac:spMkLst>
        </pc:spChg>
        <pc:picChg chg="mod">
          <ac:chgData name="Yasmina Bentatou" userId="83730b9e-b1b2-441b-a3f4-1d03e75925d7" providerId="ADAL" clId="{1637D86D-327C-4DE9-898B-50468FC628A3}" dt="2026-04-27T10:04:23.502" v="154" actId="1076"/>
          <ac:picMkLst>
            <pc:docMk/>
            <pc:sldMk cId="1882679460" sldId="272"/>
            <ac:picMk id="7" creationId="{0965620E-E59C-BAE6-91AA-B7F87BABF87C}"/>
          </ac:picMkLst>
        </pc:picChg>
      </pc:sldChg>
      <pc:sldChg chg="new del">
        <pc:chgData name="Yasmina Bentatou" userId="83730b9e-b1b2-441b-a3f4-1d03e75925d7" providerId="ADAL" clId="{1637D86D-327C-4DE9-898B-50468FC628A3}" dt="2026-04-27T11:41:08.892" v="331" actId="47"/>
        <pc:sldMkLst>
          <pc:docMk/>
          <pc:sldMk cId="1156508349" sldId="273"/>
        </pc:sldMkLst>
      </pc:sldChg>
      <pc:sldChg chg="addSp delSp modSp add mod ord addAnim delAnim modAnim">
        <pc:chgData name="Yasmina Bentatou" userId="83730b9e-b1b2-441b-a3f4-1d03e75925d7" providerId="ADAL" clId="{1637D86D-327C-4DE9-898B-50468FC628A3}" dt="2026-04-27T11:43:15.128" v="367"/>
        <pc:sldMkLst>
          <pc:docMk/>
          <pc:sldMk cId="2956747275" sldId="273"/>
        </pc:sldMkLst>
        <pc:spChg chg="mod">
          <ac:chgData name="Yasmina Bentatou" userId="83730b9e-b1b2-441b-a3f4-1d03e75925d7" providerId="ADAL" clId="{1637D86D-327C-4DE9-898B-50468FC628A3}" dt="2026-04-27T11:41:46.892" v="347" actId="20577"/>
          <ac:spMkLst>
            <pc:docMk/>
            <pc:sldMk cId="2956747275" sldId="273"/>
            <ac:spMk id="3" creationId="{9A505700-E765-3656-38D1-47864A735341}"/>
          </ac:spMkLst>
        </pc:spChg>
        <pc:picChg chg="del">
          <ac:chgData name="Yasmina Bentatou" userId="83730b9e-b1b2-441b-a3f4-1d03e75925d7" providerId="ADAL" clId="{1637D86D-327C-4DE9-898B-50468FC628A3}" dt="2026-04-27T11:41:17.206" v="335" actId="478"/>
          <ac:picMkLst>
            <pc:docMk/>
            <pc:sldMk cId="2956747275" sldId="273"/>
            <ac:picMk id="4" creationId="{26713C73-6421-DB6D-EC10-DDE1408E16D3}"/>
          </ac:picMkLst>
        </pc:picChg>
        <pc:picChg chg="add mod">
          <ac:chgData name="Yasmina Bentatou" userId="83730b9e-b1b2-441b-a3f4-1d03e75925d7" providerId="ADAL" clId="{1637D86D-327C-4DE9-898B-50468FC628A3}" dt="2026-04-27T11:42:10.967" v="350" actId="1076"/>
          <ac:picMkLst>
            <pc:docMk/>
            <pc:sldMk cId="2956747275" sldId="273"/>
            <ac:picMk id="8" creationId="{D1B2FEA9-9CDB-B196-1FDA-D715975B32D8}"/>
          </ac:picMkLst>
        </pc:picChg>
      </pc:sldChg>
      <pc:sldChg chg="addSp delSp modSp add mod ord addAnim delAnim modAnim">
        <pc:chgData name="Yasmina Bentatou" userId="83730b9e-b1b2-441b-a3f4-1d03e75925d7" providerId="ADAL" clId="{1637D86D-327C-4DE9-898B-50468FC628A3}" dt="2026-04-27T12:06:42.125" v="405"/>
        <pc:sldMkLst>
          <pc:docMk/>
          <pc:sldMk cId="26546325" sldId="274"/>
        </pc:sldMkLst>
        <pc:spChg chg="mod">
          <ac:chgData name="Yasmina Bentatou" userId="83730b9e-b1b2-441b-a3f4-1d03e75925d7" providerId="ADAL" clId="{1637D86D-327C-4DE9-898B-50468FC628A3}" dt="2026-04-27T11:43:03.826" v="365" actId="20577"/>
          <ac:spMkLst>
            <pc:docMk/>
            <pc:sldMk cId="26546325" sldId="274"/>
            <ac:spMk id="3" creationId="{4731C407-EC51-A013-3F7E-0FD8395FCF14}"/>
          </ac:spMkLst>
        </pc:spChg>
        <pc:picChg chg="add mod">
          <ac:chgData name="Yasmina Bentatou" userId="83730b9e-b1b2-441b-a3f4-1d03e75925d7" providerId="ADAL" clId="{1637D86D-327C-4DE9-898B-50468FC628A3}" dt="2026-04-27T11:42:57.697" v="359" actId="1076"/>
          <ac:picMkLst>
            <pc:docMk/>
            <pc:sldMk cId="26546325" sldId="274"/>
            <ac:picMk id="7" creationId="{9DFE9F91-A538-9B81-D22A-F505B155B1C7}"/>
          </ac:picMkLst>
        </pc:picChg>
        <pc:picChg chg="del">
          <ac:chgData name="Yasmina Bentatou" userId="83730b9e-b1b2-441b-a3f4-1d03e75925d7" providerId="ADAL" clId="{1637D86D-327C-4DE9-898B-50468FC628A3}" dt="2026-04-27T11:42:48.664" v="354" actId="478"/>
          <ac:picMkLst>
            <pc:docMk/>
            <pc:sldMk cId="26546325" sldId="274"/>
            <ac:picMk id="8" creationId="{06336F06-DD67-D3E8-C383-0BD796A493D5}"/>
          </ac:picMkLst>
        </pc:picChg>
      </pc:sldChg>
      <pc:sldChg chg="new del">
        <pc:chgData name="Yasmina Bentatou" userId="83730b9e-b1b2-441b-a3f4-1d03e75925d7" providerId="ADAL" clId="{1637D86D-327C-4DE9-898B-50468FC628A3}" dt="2026-04-27T11:42:38.884" v="352" actId="47"/>
        <pc:sldMkLst>
          <pc:docMk/>
          <pc:sldMk cId="3508985785" sldId="274"/>
        </pc:sldMkLst>
      </pc:sldChg>
      <pc:sldChg chg="addSp delSp modSp add mod ord addAnim delAnim modAnim">
        <pc:chgData name="Yasmina Bentatou" userId="83730b9e-b1b2-441b-a3f4-1d03e75925d7" providerId="ADAL" clId="{1637D86D-327C-4DE9-898B-50468FC628A3}" dt="2026-04-27T12:06:59.247" v="409"/>
        <pc:sldMkLst>
          <pc:docMk/>
          <pc:sldMk cId="3612212176" sldId="275"/>
        </pc:sldMkLst>
        <pc:spChg chg="mod">
          <ac:chgData name="Yasmina Bentatou" userId="83730b9e-b1b2-441b-a3f4-1d03e75925d7" providerId="ADAL" clId="{1637D86D-327C-4DE9-898B-50468FC628A3}" dt="2026-04-27T11:47:14.601" v="386" actId="20577"/>
          <ac:spMkLst>
            <pc:docMk/>
            <pc:sldMk cId="3612212176" sldId="275"/>
            <ac:spMk id="3" creationId="{0F77B231-D59D-F4EC-2ADD-6B7BB740F56D}"/>
          </ac:spMkLst>
        </pc:spChg>
        <pc:picChg chg="del">
          <ac:chgData name="Yasmina Bentatou" userId="83730b9e-b1b2-441b-a3f4-1d03e75925d7" providerId="ADAL" clId="{1637D86D-327C-4DE9-898B-50468FC628A3}" dt="2026-04-27T11:47:15.841" v="387" actId="478"/>
          <ac:picMkLst>
            <pc:docMk/>
            <pc:sldMk cId="3612212176" sldId="275"/>
            <ac:picMk id="7" creationId="{A102D5F8-907E-C2A4-AAD5-462FE9552C83}"/>
          </ac:picMkLst>
        </pc:picChg>
        <pc:picChg chg="add del mod">
          <ac:chgData name="Yasmina Bentatou" userId="83730b9e-b1b2-441b-a3f4-1d03e75925d7" providerId="ADAL" clId="{1637D86D-327C-4DE9-898B-50468FC628A3}" dt="2026-04-27T11:47:45.617" v="393" actId="478"/>
          <ac:picMkLst>
            <pc:docMk/>
            <pc:sldMk cId="3612212176" sldId="275"/>
            <ac:picMk id="8" creationId="{CCE5A58F-0970-FAB8-ABA0-04D20A725FC5}"/>
          </ac:picMkLst>
        </pc:picChg>
        <pc:picChg chg="add mod">
          <ac:chgData name="Yasmina Bentatou" userId="83730b9e-b1b2-441b-a3f4-1d03e75925d7" providerId="ADAL" clId="{1637D86D-327C-4DE9-898B-50468FC628A3}" dt="2026-04-27T11:47:55.917" v="398" actId="1076"/>
          <ac:picMkLst>
            <pc:docMk/>
            <pc:sldMk cId="3612212176" sldId="275"/>
            <ac:picMk id="14" creationId="{44E6D879-43D2-CEAA-C849-C091A1370891}"/>
          </ac:picMkLst>
        </pc:picChg>
      </pc:sldChg>
      <pc:sldMasterChg chg="modTransition modSldLayout">
        <pc:chgData name="Yasmina Bentatou" userId="83730b9e-b1b2-441b-a3f4-1d03e75925d7" providerId="ADAL" clId="{1637D86D-327C-4DE9-898B-50468FC628A3}" dt="2026-04-27T10:00:23.625" v="83"/>
        <pc:sldMasterMkLst>
          <pc:docMk/>
          <pc:sldMasterMk cId="0" sldId="2147483648"/>
        </pc:sldMasterMkLst>
        <pc:sldLayoutChg chg="modTransition">
          <pc:chgData name="Yasmina Bentatou" userId="83730b9e-b1b2-441b-a3f4-1d03e75925d7" providerId="ADAL" clId="{1637D86D-327C-4DE9-898B-50468FC628A3}" dt="2026-04-27T10:00:23.625" v="83"/>
          <pc:sldLayoutMkLst>
            <pc:docMk/>
            <pc:sldMasterMk cId="0" sldId="2147483648"/>
            <pc:sldLayoutMk cId="0" sldId="2147483649"/>
          </pc:sldLayoutMkLst>
        </pc:sldLayoutChg>
      </pc:sldMasterChg>
    </pc:docChg>
  </pc:docChgLst>
  <pc:docChgLst>
    <pc:chgData name="Ismaël Moussa" userId="S::ismael.moussa@student.odisee.be::03c588a4-4855-413a-a36e-c39cd47f5d3e" providerId="AD" clId="Web-{CD34E543-54F3-DC82-CBEB-35006B645860}"/>
    <pc:docChg chg="modSld">
      <pc:chgData name="Ismaël Moussa" userId="S::ismael.moussa@student.odisee.be::03c588a4-4855-413a-a36e-c39cd47f5d3e" providerId="AD" clId="Web-{CD34E543-54F3-DC82-CBEB-35006B645860}" dt="2026-04-27T12:17:15.273" v="3" actId="1076"/>
      <pc:docMkLst>
        <pc:docMk/>
      </pc:docMkLst>
      <pc:sldChg chg="modSp">
        <pc:chgData name="Ismaël Moussa" userId="S::ismael.moussa@student.odisee.be::03c588a4-4855-413a-a36e-c39cd47f5d3e" providerId="AD" clId="Web-{CD34E543-54F3-DC82-CBEB-35006B645860}" dt="2026-04-27T12:17:15.273" v="3" actId="1076"/>
        <pc:sldMkLst>
          <pc:docMk/>
          <pc:sldMk cId="0" sldId="257"/>
        </pc:sldMkLst>
        <pc:spChg chg="mod">
          <ac:chgData name="Ismaël Moussa" userId="S::ismael.moussa@student.odisee.be::03c588a4-4855-413a-a36e-c39cd47f5d3e" providerId="AD" clId="Web-{CD34E543-54F3-DC82-CBEB-35006B645860}" dt="2026-04-27T12:16:58.304" v="2" actId="20577"/>
          <ac:spMkLst>
            <pc:docMk/>
            <pc:sldMk cId="0" sldId="257"/>
            <ac:spMk id="13" creationId="{00000000-0000-0000-0000-000000000000}"/>
          </ac:spMkLst>
        </pc:spChg>
        <pc:spChg chg="mod">
          <ac:chgData name="Ismaël Moussa" userId="S::ismael.moussa@student.odisee.be::03c588a4-4855-413a-a36e-c39cd47f5d3e" providerId="AD" clId="Web-{CD34E543-54F3-DC82-CBEB-35006B645860}" dt="2026-04-27T12:17:15.273" v="3" actId="1076"/>
          <ac:spMkLst>
            <pc:docMk/>
            <pc:sldMk cId="0" sldId="257"/>
            <ac:spMk id="31" creationId="{00000000-0000-0000-0000-000000000000}"/>
          </ac:spMkLst>
        </pc:spChg>
      </pc:sldChg>
    </pc:docChg>
  </pc:docChgLst>
  <pc:docChgLst>
    <pc:chgData name="Ismaël Moussa" userId="S::ismael.moussa@student.odisee.be::03c588a4-4855-413a-a36e-c39cd47f5d3e" providerId="AD" clId="Web-{933A2372-9290-CDEF-1EC9-3E0774FFBE56}"/>
    <pc:docChg chg="modSld">
      <pc:chgData name="Ismaël Moussa" userId="S::ismael.moussa@student.odisee.be::03c588a4-4855-413a-a36e-c39cd47f5d3e" providerId="AD" clId="Web-{933A2372-9290-CDEF-1EC9-3E0774FFBE56}" dt="2026-04-27T10:05:15.992" v="28" actId="1076"/>
      <pc:docMkLst>
        <pc:docMk/>
      </pc:docMkLst>
      <pc:sldChg chg="delSp modSp">
        <pc:chgData name="Ismaël Moussa" userId="S::ismael.moussa@student.odisee.be::03c588a4-4855-413a-a36e-c39cd47f5d3e" providerId="AD" clId="Web-{933A2372-9290-CDEF-1EC9-3E0774FFBE56}" dt="2026-04-27T10:05:15.992" v="28" actId="1076"/>
        <pc:sldMkLst>
          <pc:docMk/>
          <pc:sldMk cId="0" sldId="266"/>
        </pc:sldMkLst>
        <pc:spChg chg="mod">
          <ac:chgData name="Ismaël Moussa" userId="S::ismael.moussa@student.odisee.be::03c588a4-4855-413a-a36e-c39cd47f5d3e" providerId="AD" clId="Web-{933A2372-9290-CDEF-1EC9-3E0774FFBE56}" dt="2026-04-27T10:05:15.992" v="28" actId="1076"/>
          <ac:spMkLst>
            <pc:docMk/>
            <pc:sldMk cId="0" sldId="266"/>
            <ac:spMk id="4" creationId="{00000000-0000-0000-0000-000000000000}"/>
          </ac:spMkLst>
        </pc:spChg>
        <pc:spChg chg="mod">
          <ac:chgData name="Ismaël Moussa" userId="S::ismael.moussa@student.odisee.be::03c588a4-4855-413a-a36e-c39cd47f5d3e" providerId="AD" clId="Web-{933A2372-9290-CDEF-1EC9-3E0774FFBE56}" dt="2026-04-27T10:05:09.914" v="27" actId="1076"/>
          <ac:spMkLst>
            <pc:docMk/>
            <pc:sldMk cId="0" sldId="266"/>
            <ac:spMk id="5" creationId="{00000000-0000-0000-0000-000000000000}"/>
          </ac:spMkLst>
        </pc:spChg>
        <pc:spChg chg="mod">
          <ac:chgData name="Ismaël Moussa" userId="S::ismael.moussa@student.odisee.be::03c588a4-4855-413a-a36e-c39cd47f5d3e" providerId="AD" clId="Web-{933A2372-9290-CDEF-1EC9-3E0774FFBE56}" dt="2026-04-27T10:05:04.163" v="26" actId="1076"/>
          <ac:spMkLst>
            <pc:docMk/>
            <pc:sldMk cId="0" sldId="266"/>
            <ac:spMk id="6" creationId="{00000000-0000-0000-0000-000000000000}"/>
          </ac:spMkLst>
        </pc:spChg>
        <pc:spChg chg="del">
          <ac:chgData name="Ismaël Moussa" userId="S::ismael.moussa@student.odisee.be::03c588a4-4855-413a-a36e-c39cd47f5d3e" providerId="AD" clId="Web-{933A2372-9290-CDEF-1EC9-3E0774FFBE56}" dt="2026-04-27T10:04:51.178" v="23"/>
          <ac:spMkLst>
            <pc:docMk/>
            <pc:sldMk cId="0" sldId="266"/>
            <ac:spMk id="7" creationId="{00000000-0000-0000-0000-000000000000}"/>
          </ac:spMkLst>
        </pc:spChg>
        <pc:spChg chg="del mod">
          <ac:chgData name="Ismaël Moussa" userId="S::ismael.moussa@student.odisee.be::03c588a4-4855-413a-a36e-c39cd47f5d3e" providerId="AD" clId="Web-{933A2372-9290-CDEF-1EC9-3E0774FFBE56}" dt="2026-04-27T10:04:58.522" v="25"/>
          <ac:spMkLst>
            <pc:docMk/>
            <pc:sldMk cId="0" sldId="266"/>
            <ac:spMk id="8" creationId="{00000000-0000-0000-0000-000000000000}"/>
          </ac:spMkLst>
        </pc:spChg>
      </pc:sldChg>
    </pc:docChg>
  </pc:docChgLst>
  <pc:docChgLst>
    <pc:chgData name="Anas Boulehfa" userId="S::anas.boulehfa@student.odisee.be::c0433a45-e32a-4601-a0ae-6e8d64ce7d02" providerId="AD" clId="Web-{7D85458B-4E7B-377B-6574-AA6B6818BFC5}"/>
    <pc:docChg chg="addSld delSld modSld">
      <pc:chgData name="Anas Boulehfa" userId="S::anas.boulehfa@student.odisee.be::c0433a45-e32a-4601-a0ae-6e8d64ce7d02" providerId="AD" clId="Web-{7D85458B-4E7B-377B-6574-AA6B6818BFC5}" dt="2026-04-27T10:12:47.221" v="228" actId="1076"/>
      <pc:docMkLst>
        <pc:docMk/>
      </pc:docMkLst>
      <pc:sldChg chg="delSp modSp">
        <pc:chgData name="Anas Boulehfa" userId="S::anas.boulehfa@student.odisee.be::c0433a45-e32a-4601-a0ae-6e8d64ce7d02" providerId="AD" clId="Web-{7D85458B-4E7B-377B-6574-AA6B6818BFC5}" dt="2026-04-27T09:57:02.197" v="57" actId="20577"/>
        <pc:sldMkLst>
          <pc:docMk/>
          <pc:sldMk cId="0" sldId="258"/>
        </pc:sldMkLst>
        <pc:spChg chg="mod">
          <ac:chgData name="Anas Boulehfa" userId="S::anas.boulehfa@student.odisee.be::c0433a45-e32a-4601-a0ae-6e8d64ce7d02" providerId="AD" clId="Web-{7D85458B-4E7B-377B-6574-AA6B6818BFC5}" dt="2026-04-27T09:56:36.978" v="2" actId="20577"/>
          <ac:spMkLst>
            <pc:docMk/>
            <pc:sldMk cId="0" sldId="258"/>
            <ac:spMk id="11" creationId="{00000000-0000-0000-0000-000000000000}"/>
          </ac:spMkLst>
        </pc:spChg>
        <pc:spChg chg="mod">
          <ac:chgData name="Anas Boulehfa" userId="S::anas.boulehfa@student.odisee.be::c0433a45-e32a-4601-a0ae-6e8d64ce7d02" providerId="AD" clId="Web-{7D85458B-4E7B-377B-6574-AA6B6818BFC5}" dt="2026-04-27T09:56:39.775" v="5" actId="20577"/>
          <ac:spMkLst>
            <pc:docMk/>
            <pc:sldMk cId="0" sldId="258"/>
            <ac:spMk id="12" creationId="{00000000-0000-0000-0000-000000000000}"/>
          </ac:spMkLst>
        </pc:spChg>
        <pc:spChg chg="del">
          <ac:chgData name="Anas Boulehfa" userId="S::anas.boulehfa@student.odisee.be::c0433a45-e32a-4601-a0ae-6e8d64ce7d02" providerId="AD" clId="Web-{7D85458B-4E7B-377B-6574-AA6B6818BFC5}" dt="2026-04-27T09:56:45.853" v="13"/>
          <ac:spMkLst>
            <pc:docMk/>
            <pc:sldMk cId="0" sldId="258"/>
            <ac:spMk id="16" creationId="{00000000-0000-0000-0000-000000000000}"/>
          </ac:spMkLst>
        </pc:spChg>
        <pc:spChg chg="del mod">
          <ac:chgData name="Anas Boulehfa" userId="S::anas.boulehfa@student.odisee.be::c0433a45-e32a-4601-a0ae-6e8d64ce7d02" providerId="AD" clId="Web-{7D85458B-4E7B-377B-6574-AA6B6818BFC5}" dt="2026-04-27T09:56:44.181" v="10"/>
          <ac:spMkLst>
            <pc:docMk/>
            <pc:sldMk cId="0" sldId="258"/>
            <ac:spMk id="17" creationId="{00000000-0000-0000-0000-000000000000}"/>
          </ac:spMkLst>
        </pc:spChg>
        <pc:spChg chg="del mod">
          <ac:chgData name="Anas Boulehfa" userId="S::anas.boulehfa@student.odisee.be::c0433a45-e32a-4601-a0ae-6e8d64ce7d02" providerId="AD" clId="Web-{7D85458B-4E7B-377B-6574-AA6B6818BFC5}" dt="2026-04-27T09:56:47.556" v="15"/>
          <ac:spMkLst>
            <pc:docMk/>
            <pc:sldMk cId="0" sldId="258"/>
            <ac:spMk id="18" creationId="{00000000-0000-0000-0000-000000000000}"/>
          </ac:spMkLst>
        </pc:spChg>
        <pc:spChg chg="mod">
          <ac:chgData name="Anas Boulehfa" userId="S::anas.boulehfa@student.odisee.be::c0433a45-e32a-4601-a0ae-6e8d64ce7d02" providerId="AD" clId="Web-{7D85458B-4E7B-377B-6574-AA6B6818BFC5}" dt="2026-04-27T09:56:54.057" v="31" actId="20577"/>
          <ac:spMkLst>
            <pc:docMk/>
            <pc:sldMk cId="0" sldId="258"/>
            <ac:spMk id="19" creationId="{00000000-0000-0000-0000-000000000000}"/>
          </ac:spMkLst>
        </pc:spChg>
        <pc:spChg chg="mod">
          <ac:chgData name="Anas Boulehfa" userId="S::anas.boulehfa@student.odisee.be::c0433a45-e32a-4601-a0ae-6e8d64ce7d02" providerId="AD" clId="Web-{7D85458B-4E7B-377B-6574-AA6B6818BFC5}" dt="2026-04-27T09:57:02.197" v="57" actId="20577"/>
          <ac:spMkLst>
            <pc:docMk/>
            <pc:sldMk cId="0" sldId="258"/>
            <ac:spMk id="20" creationId="{00000000-0000-0000-0000-000000000000}"/>
          </ac:spMkLst>
        </pc:spChg>
        <pc:spChg chg="del">
          <ac:chgData name="Anas Boulehfa" userId="S::anas.boulehfa@student.odisee.be::c0433a45-e32a-4601-a0ae-6e8d64ce7d02" providerId="AD" clId="Web-{7D85458B-4E7B-377B-6574-AA6B6818BFC5}" dt="2026-04-27T09:56:44.291" v="11"/>
          <ac:spMkLst>
            <pc:docMk/>
            <pc:sldMk cId="0" sldId="258"/>
            <ac:spMk id="21" creationId="{00000000-0000-0000-0000-000000000000}"/>
          </ac:spMkLst>
        </pc:spChg>
        <pc:spChg chg="del">
          <ac:chgData name="Anas Boulehfa" userId="S::anas.boulehfa@student.odisee.be::c0433a45-e32a-4601-a0ae-6e8d64ce7d02" providerId="AD" clId="Web-{7D85458B-4E7B-377B-6574-AA6B6818BFC5}" dt="2026-04-27T09:56:45.760" v="12"/>
          <ac:spMkLst>
            <pc:docMk/>
            <pc:sldMk cId="0" sldId="258"/>
            <ac:spMk id="22" creationId="{00000000-0000-0000-0000-000000000000}"/>
          </ac:spMkLst>
        </pc:spChg>
        <pc:spChg chg="del">
          <ac:chgData name="Anas Boulehfa" userId="S::anas.boulehfa@student.odisee.be::c0433a45-e32a-4601-a0ae-6e8d64ce7d02" providerId="AD" clId="Web-{7D85458B-4E7B-377B-6574-AA6B6818BFC5}" dt="2026-04-27T09:56:47.744" v="18"/>
          <ac:spMkLst>
            <pc:docMk/>
            <pc:sldMk cId="0" sldId="258"/>
            <ac:spMk id="23" creationId="{00000000-0000-0000-0000-000000000000}"/>
          </ac:spMkLst>
        </pc:spChg>
        <pc:spChg chg="del mod">
          <ac:chgData name="Anas Boulehfa" userId="S::anas.boulehfa@student.odisee.be::c0433a45-e32a-4601-a0ae-6e8d64ce7d02" providerId="AD" clId="Web-{7D85458B-4E7B-377B-6574-AA6B6818BFC5}" dt="2026-04-27T09:56:47.713" v="17"/>
          <ac:spMkLst>
            <pc:docMk/>
            <pc:sldMk cId="0" sldId="258"/>
            <ac:spMk id="24" creationId="{00000000-0000-0000-0000-000000000000}"/>
          </ac:spMkLst>
        </pc:spChg>
        <pc:spChg chg="del">
          <ac:chgData name="Anas Boulehfa" userId="S::anas.boulehfa@student.odisee.be::c0433a45-e32a-4601-a0ae-6e8d64ce7d02" providerId="AD" clId="Web-{7D85458B-4E7B-377B-6574-AA6B6818BFC5}" dt="2026-04-27T09:56:47.760" v="19"/>
          <ac:spMkLst>
            <pc:docMk/>
            <pc:sldMk cId="0" sldId="258"/>
            <ac:spMk id="25" creationId="{00000000-0000-0000-0000-000000000000}"/>
          </ac:spMkLst>
        </pc:spChg>
        <pc:spChg chg="del">
          <ac:chgData name="Anas Boulehfa" userId="S::anas.boulehfa@student.odisee.be::c0433a45-e32a-4601-a0ae-6e8d64ce7d02" providerId="AD" clId="Web-{7D85458B-4E7B-377B-6574-AA6B6818BFC5}" dt="2026-04-27T09:56:47.775" v="20"/>
          <ac:spMkLst>
            <pc:docMk/>
            <pc:sldMk cId="0" sldId="258"/>
            <ac:spMk id="26" creationId="{00000000-0000-0000-0000-000000000000}"/>
          </ac:spMkLst>
        </pc:spChg>
        <pc:spChg chg="mod">
          <ac:chgData name="Anas Boulehfa" userId="S::anas.boulehfa@student.odisee.be::c0433a45-e32a-4601-a0ae-6e8d64ce7d02" providerId="AD" clId="Web-{7D85458B-4E7B-377B-6574-AA6B6818BFC5}" dt="2026-04-27T09:56:52.228" v="26" actId="20577"/>
          <ac:spMkLst>
            <pc:docMk/>
            <pc:sldMk cId="0" sldId="258"/>
            <ac:spMk id="27" creationId="{00000000-0000-0000-0000-000000000000}"/>
          </ac:spMkLst>
        </pc:spChg>
        <pc:spChg chg="del mod">
          <ac:chgData name="Anas Boulehfa" userId="S::anas.boulehfa@student.odisee.be::c0433a45-e32a-4601-a0ae-6e8d64ce7d02" providerId="AD" clId="Web-{7D85458B-4E7B-377B-6574-AA6B6818BFC5}" dt="2026-04-27T09:56:41.072" v="8"/>
          <ac:spMkLst>
            <pc:docMk/>
            <pc:sldMk cId="0" sldId="258"/>
            <ac:spMk id="28" creationId="{00000000-0000-0000-0000-000000000000}"/>
          </ac:spMkLst>
        </pc:spChg>
        <pc:spChg chg="del">
          <ac:chgData name="Anas Boulehfa" userId="S::anas.boulehfa@student.odisee.be::c0433a45-e32a-4601-a0ae-6e8d64ce7d02" providerId="AD" clId="Web-{7D85458B-4E7B-377B-6574-AA6B6818BFC5}" dt="2026-04-27T09:56:48.338" v="22"/>
          <ac:spMkLst>
            <pc:docMk/>
            <pc:sldMk cId="0" sldId="258"/>
            <ac:spMk id="29" creationId="{00000000-0000-0000-0000-000000000000}"/>
          </ac:spMkLst>
        </pc:spChg>
        <pc:spChg chg="del">
          <ac:chgData name="Anas Boulehfa" userId="S::anas.boulehfa@student.odisee.be::c0433a45-e32a-4601-a0ae-6e8d64ce7d02" providerId="AD" clId="Web-{7D85458B-4E7B-377B-6574-AA6B6818BFC5}" dt="2026-04-27T09:56:40.416" v="6"/>
          <ac:spMkLst>
            <pc:docMk/>
            <pc:sldMk cId="0" sldId="258"/>
            <ac:spMk id="30" creationId="{00000000-0000-0000-0000-000000000000}"/>
          </ac:spMkLst>
        </pc:spChg>
        <pc:spChg chg="del">
          <ac:chgData name="Anas Boulehfa" userId="S::anas.boulehfa@student.odisee.be::c0433a45-e32a-4601-a0ae-6e8d64ce7d02" providerId="AD" clId="Web-{7D85458B-4E7B-377B-6574-AA6B6818BFC5}" dt="2026-04-27T09:56:48.025" v="21"/>
          <ac:spMkLst>
            <pc:docMk/>
            <pc:sldMk cId="0" sldId="258"/>
            <ac:spMk id="31" creationId="{00000000-0000-0000-0000-000000000000}"/>
          </ac:spMkLst>
        </pc:spChg>
      </pc:sldChg>
      <pc:sldChg chg="del">
        <pc:chgData name="Anas Boulehfa" userId="S::anas.boulehfa@student.odisee.be::c0433a45-e32a-4601-a0ae-6e8d64ce7d02" providerId="AD" clId="Web-{7D85458B-4E7B-377B-6574-AA6B6818BFC5}" dt="2026-04-27T09:58:21.917" v="61"/>
        <pc:sldMkLst>
          <pc:docMk/>
          <pc:sldMk cId="0" sldId="259"/>
        </pc:sldMkLst>
      </pc:sldChg>
      <pc:sldChg chg="del">
        <pc:chgData name="Anas Boulehfa" userId="S::anas.boulehfa@student.odisee.be::c0433a45-e32a-4601-a0ae-6e8d64ce7d02" providerId="AD" clId="Web-{7D85458B-4E7B-377B-6574-AA6B6818BFC5}" dt="2026-04-27T09:58:25.620" v="62"/>
        <pc:sldMkLst>
          <pc:docMk/>
          <pc:sldMk cId="0" sldId="260"/>
        </pc:sldMkLst>
      </pc:sldChg>
      <pc:sldChg chg="del">
        <pc:chgData name="Anas Boulehfa" userId="S::anas.boulehfa@student.odisee.be::c0433a45-e32a-4601-a0ae-6e8d64ce7d02" providerId="AD" clId="Web-{7D85458B-4E7B-377B-6574-AA6B6818BFC5}" dt="2026-04-27T09:58:29.558" v="63"/>
        <pc:sldMkLst>
          <pc:docMk/>
          <pc:sldMk cId="0" sldId="261"/>
        </pc:sldMkLst>
      </pc:sldChg>
      <pc:sldChg chg="del">
        <pc:chgData name="Anas Boulehfa" userId="S::anas.boulehfa@student.odisee.be::c0433a45-e32a-4601-a0ae-6e8d64ce7d02" providerId="AD" clId="Web-{7D85458B-4E7B-377B-6574-AA6B6818BFC5}" dt="2026-04-27T09:58:55.105" v="74"/>
        <pc:sldMkLst>
          <pc:docMk/>
          <pc:sldMk cId="0" sldId="262"/>
        </pc:sldMkLst>
      </pc:sldChg>
      <pc:sldChg chg="del">
        <pc:chgData name="Anas Boulehfa" userId="S::anas.boulehfa@student.odisee.be::c0433a45-e32a-4601-a0ae-6e8d64ce7d02" providerId="AD" clId="Web-{7D85458B-4E7B-377B-6574-AA6B6818BFC5}" dt="2026-04-27T09:58:58.293" v="75"/>
        <pc:sldMkLst>
          <pc:docMk/>
          <pc:sldMk cId="0" sldId="263"/>
        </pc:sldMkLst>
      </pc:sldChg>
      <pc:sldChg chg="addSp delSp modSp">
        <pc:chgData name="Anas Boulehfa" userId="S::anas.boulehfa@student.odisee.be::c0433a45-e32a-4601-a0ae-6e8d64ce7d02" providerId="AD" clId="Web-{7D85458B-4E7B-377B-6574-AA6B6818BFC5}" dt="2026-04-27T10:12:47.221" v="228" actId="1076"/>
        <pc:sldMkLst>
          <pc:docMk/>
          <pc:sldMk cId="0" sldId="264"/>
        </pc:sldMkLst>
        <pc:spChg chg="mod">
          <ac:chgData name="Anas Boulehfa" userId="S::anas.boulehfa@student.odisee.be::c0433a45-e32a-4601-a0ae-6e8d64ce7d02" providerId="AD" clId="Web-{7D85458B-4E7B-377B-6574-AA6B6818BFC5}" dt="2026-04-27T10:04:15.234" v="111" actId="20577"/>
          <ac:spMkLst>
            <pc:docMk/>
            <pc:sldMk cId="0" sldId="264"/>
            <ac:spMk id="3" creationId="{00000000-0000-0000-0000-000000000000}"/>
          </ac:spMkLst>
        </pc:spChg>
        <pc:spChg chg="mod">
          <ac:chgData name="Anas Boulehfa" userId="S::anas.boulehfa@student.odisee.be::c0433a45-e32a-4601-a0ae-6e8d64ce7d02" providerId="AD" clId="Web-{7D85458B-4E7B-377B-6574-AA6B6818BFC5}" dt="2026-04-27T10:00:58.810" v="97" actId="1076"/>
          <ac:spMkLst>
            <pc:docMk/>
            <pc:sldMk cId="0" sldId="264"/>
            <ac:spMk id="8" creationId="{00000000-0000-0000-0000-000000000000}"/>
          </ac:spMkLst>
        </pc:spChg>
        <pc:spChg chg="mod">
          <ac:chgData name="Anas Boulehfa" userId="S::anas.boulehfa@student.odisee.be::c0433a45-e32a-4601-a0ae-6e8d64ce7d02" providerId="AD" clId="Web-{7D85458B-4E7B-377B-6574-AA6B6818BFC5}" dt="2026-04-27T10:00:47.154" v="93" actId="20577"/>
          <ac:spMkLst>
            <pc:docMk/>
            <pc:sldMk cId="0" sldId="264"/>
            <ac:spMk id="9" creationId="{00000000-0000-0000-0000-000000000000}"/>
          </ac:spMkLst>
        </pc:spChg>
        <pc:spChg chg="mod">
          <ac:chgData name="Anas Boulehfa" userId="S::anas.boulehfa@student.odisee.be::c0433a45-e32a-4601-a0ae-6e8d64ce7d02" providerId="AD" clId="Web-{7D85458B-4E7B-377B-6574-AA6B6818BFC5}" dt="2026-04-27T10:04:36.611" v="116" actId="20577"/>
          <ac:spMkLst>
            <pc:docMk/>
            <pc:sldMk cId="0" sldId="264"/>
            <ac:spMk id="11" creationId="{00000000-0000-0000-0000-000000000000}"/>
          </ac:spMkLst>
        </pc:spChg>
        <pc:spChg chg="mod">
          <ac:chgData name="Anas Boulehfa" userId="S::anas.boulehfa@student.odisee.be::c0433a45-e32a-4601-a0ae-6e8d64ce7d02" providerId="AD" clId="Web-{7D85458B-4E7B-377B-6574-AA6B6818BFC5}" dt="2026-04-27T10:06:17.788" v="140" actId="1076"/>
          <ac:spMkLst>
            <pc:docMk/>
            <pc:sldMk cId="0" sldId="264"/>
            <ac:spMk id="13" creationId="{00000000-0000-0000-0000-000000000000}"/>
          </ac:spMkLst>
        </pc:spChg>
        <pc:spChg chg="mod">
          <ac:chgData name="Anas Boulehfa" userId="S::anas.boulehfa@student.odisee.be::c0433a45-e32a-4601-a0ae-6e8d64ce7d02" providerId="AD" clId="Web-{7D85458B-4E7B-377B-6574-AA6B6818BFC5}" dt="2026-04-27T10:12:22.142" v="225" actId="1076"/>
          <ac:spMkLst>
            <pc:docMk/>
            <pc:sldMk cId="0" sldId="264"/>
            <ac:spMk id="14" creationId="{00000000-0000-0000-0000-000000000000}"/>
          </ac:spMkLst>
        </pc:spChg>
        <pc:spChg chg="mod">
          <ac:chgData name="Anas Boulehfa" userId="S::anas.boulehfa@student.odisee.be::c0433a45-e32a-4601-a0ae-6e8d64ce7d02" providerId="AD" clId="Web-{7D85458B-4E7B-377B-6574-AA6B6818BFC5}" dt="2026-04-27T10:12:47.221" v="228" actId="1076"/>
          <ac:spMkLst>
            <pc:docMk/>
            <pc:sldMk cId="0" sldId="264"/>
            <ac:spMk id="15" creationId="{00000000-0000-0000-0000-000000000000}"/>
          </ac:spMkLst>
        </pc:spChg>
        <pc:spChg chg="del">
          <ac:chgData name="Anas Boulehfa" userId="S::anas.boulehfa@student.odisee.be::c0433a45-e32a-4601-a0ae-6e8d64ce7d02" providerId="AD" clId="Web-{7D85458B-4E7B-377B-6574-AA6B6818BFC5}" dt="2026-04-27T10:04:50.174" v="123"/>
          <ac:spMkLst>
            <pc:docMk/>
            <pc:sldMk cId="0" sldId="264"/>
            <ac:spMk id="16" creationId="{00000000-0000-0000-0000-000000000000}"/>
          </ac:spMkLst>
        </pc:spChg>
        <pc:spChg chg="mod">
          <ac:chgData name="Anas Boulehfa" userId="S::anas.boulehfa@student.odisee.be::c0433a45-e32a-4601-a0ae-6e8d64ce7d02" providerId="AD" clId="Web-{7D85458B-4E7B-377B-6574-AA6B6818BFC5}" dt="2026-04-27T10:04:51.658" v="124" actId="20577"/>
          <ac:spMkLst>
            <pc:docMk/>
            <pc:sldMk cId="0" sldId="264"/>
            <ac:spMk id="17" creationId="{00000000-0000-0000-0000-000000000000}"/>
          </ac:spMkLst>
        </pc:spChg>
        <pc:spChg chg="mod">
          <ac:chgData name="Anas Boulehfa" userId="S::anas.boulehfa@student.odisee.be::c0433a45-e32a-4601-a0ae-6e8d64ce7d02" providerId="AD" clId="Web-{7D85458B-4E7B-377B-6574-AA6B6818BFC5}" dt="2026-04-27T10:01:02.561" v="98" actId="1076"/>
          <ac:spMkLst>
            <pc:docMk/>
            <pc:sldMk cId="0" sldId="264"/>
            <ac:spMk id="22" creationId="{00000000-0000-0000-0000-000000000000}"/>
          </ac:spMkLst>
        </pc:spChg>
        <pc:spChg chg="mod">
          <ac:chgData name="Anas Boulehfa" userId="S::anas.boulehfa@student.odisee.be::c0433a45-e32a-4601-a0ae-6e8d64ce7d02" providerId="AD" clId="Web-{7D85458B-4E7B-377B-6574-AA6B6818BFC5}" dt="2026-04-27T10:00:49.966" v="94" actId="20577"/>
          <ac:spMkLst>
            <pc:docMk/>
            <pc:sldMk cId="0" sldId="264"/>
            <ac:spMk id="23" creationId="{00000000-0000-0000-0000-000000000000}"/>
          </ac:spMkLst>
        </pc:spChg>
        <pc:spChg chg="mod">
          <ac:chgData name="Anas Boulehfa" userId="S::anas.boulehfa@student.odisee.be::c0433a45-e32a-4601-a0ae-6e8d64ce7d02" providerId="AD" clId="Web-{7D85458B-4E7B-377B-6574-AA6B6818BFC5}" dt="2026-04-27T10:09:46.389" v="197" actId="20577"/>
          <ac:spMkLst>
            <pc:docMk/>
            <pc:sldMk cId="0" sldId="264"/>
            <ac:spMk id="25" creationId="{00000000-0000-0000-0000-000000000000}"/>
          </ac:spMkLst>
        </pc:spChg>
        <pc:spChg chg="del">
          <ac:chgData name="Anas Boulehfa" userId="S::anas.boulehfa@student.odisee.be::c0433a45-e32a-4601-a0ae-6e8d64ce7d02" providerId="AD" clId="Web-{7D85458B-4E7B-377B-6574-AA6B6818BFC5}" dt="2026-04-27T10:05:15.863" v="129"/>
          <ac:spMkLst>
            <pc:docMk/>
            <pc:sldMk cId="0" sldId="264"/>
            <ac:spMk id="26" creationId="{00000000-0000-0000-0000-000000000000}"/>
          </ac:spMkLst>
        </pc:spChg>
        <pc:spChg chg="mod">
          <ac:chgData name="Anas Boulehfa" userId="S::anas.boulehfa@student.odisee.be::c0433a45-e32a-4601-a0ae-6e8d64ce7d02" providerId="AD" clId="Web-{7D85458B-4E7B-377B-6574-AA6B6818BFC5}" dt="2026-04-27T10:05:25.285" v="137" actId="20577"/>
          <ac:spMkLst>
            <pc:docMk/>
            <pc:sldMk cId="0" sldId="264"/>
            <ac:spMk id="27" creationId="{00000000-0000-0000-0000-000000000000}"/>
          </ac:spMkLst>
        </pc:spChg>
        <pc:spChg chg="del">
          <ac:chgData name="Anas Boulehfa" userId="S::anas.boulehfa@student.odisee.be::c0433a45-e32a-4601-a0ae-6e8d64ce7d02" providerId="AD" clId="Web-{7D85458B-4E7B-377B-6574-AA6B6818BFC5}" dt="2026-04-27T10:05:18.488" v="132"/>
          <ac:spMkLst>
            <pc:docMk/>
            <pc:sldMk cId="0" sldId="264"/>
            <ac:spMk id="28" creationId="{00000000-0000-0000-0000-000000000000}"/>
          </ac:spMkLst>
        </pc:spChg>
        <pc:spChg chg="mod">
          <ac:chgData name="Anas Boulehfa" userId="S::anas.boulehfa@student.odisee.be::c0433a45-e32a-4601-a0ae-6e8d64ce7d02" providerId="AD" clId="Web-{7D85458B-4E7B-377B-6574-AA6B6818BFC5}" dt="2026-04-27T10:05:23.519" v="136" actId="20577"/>
          <ac:spMkLst>
            <pc:docMk/>
            <pc:sldMk cId="0" sldId="264"/>
            <ac:spMk id="29" creationId="{00000000-0000-0000-0000-000000000000}"/>
          </ac:spMkLst>
        </pc:spChg>
        <pc:spChg chg="del">
          <ac:chgData name="Anas Boulehfa" userId="S::anas.boulehfa@student.odisee.be::c0433a45-e32a-4601-a0ae-6e8d64ce7d02" providerId="AD" clId="Web-{7D85458B-4E7B-377B-6574-AA6B6818BFC5}" dt="2026-04-27T10:05:19.113" v="133"/>
          <ac:spMkLst>
            <pc:docMk/>
            <pc:sldMk cId="0" sldId="264"/>
            <ac:spMk id="30" creationId="{00000000-0000-0000-0000-000000000000}"/>
          </ac:spMkLst>
        </pc:spChg>
        <pc:spChg chg="mod">
          <ac:chgData name="Anas Boulehfa" userId="S::anas.boulehfa@student.odisee.be::c0433a45-e32a-4601-a0ae-6e8d64ce7d02" providerId="AD" clId="Web-{7D85458B-4E7B-377B-6574-AA6B6818BFC5}" dt="2026-04-27T10:05:20.426" v="134" actId="20577"/>
          <ac:spMkLst>
            <pc:docMk/>
            <pc:sldMk cId="0" sldId="264"/>
            <ac:spMk id="31" creationId="{00000000-0000-0000-0000-000000000000}"/>
          </ac:spMkLst>
        </pc:spChg>
        <pc:spChg chg="mod">
          <ac:chgData name="Anas Boulehfa" userId="S::anas.boulehfa@student.odisee.be::c0433a45-e32a-4601-a0ae-6e8d64ce7d02" providerId="AD" clId="Web-{7D85458B-4E7B-377B-6574-AA6B6818BFC5}" dt="2026-04-27T10:01:04.780" v="99" actId="1076"/>
          <ac:spMkLst>
            <pc:docMk/>
            <pc:sldMk cId="0" sldId="264"/>
            <ac:spMk id="36" creationId="{00000000-0000-0000-0000-000000000000}"/>
          </ac:spMkLst>
        </pc:spChg>
        <pc:spChg chg="mod">
          <ac:chgData name="Anas Boulehfa" userId="S::anas.boulehfa@student.odisee.be::c0433a45-e32a-4601-a0ae-6e8d64ce7d02" providerId="AD" clId="Web-{7D85458B-4E7B-377B-6574-AA6B6818BFC5}" dt="2026-04-27T10:00:52.435" v="95" actId="20577"/>
          <ac:spMkLst>
            <pc:docMk/>
            <pc:sldMk cId="0" sldId="264"/>
            <ac:spMk id="37" creationId="{00000000-0000-0000-0000-000000000000}"/>
          </ac:spMkLst>
        </pc:spChg>
        <pc:spChg chg="mod">
          <ac:chgData name="Anas Boulehfa" userId="S::anas.boulehfa@student.odisee.be::c0433a45-e32a-4601-a0ae-6e8d64ce7d02" providerId="AD" clId="Web-{7D85458B-4E7B-377B-6574-AA6B6818BFC5}" dt="2026-04-27T10:06:38.898" v="159" actId="20577"/>
          <ac:spMkLst>
            <pc:docMk/>
            <pc:sldMk cId="0" sldId="264"/>
            <ac:spMk id="39" creationId="{00000000-0000-0000-0000-000000000000}"/>
          </ac:spMkLst>
        </pc:spChg>
        <pc:spChg chg="mod">
          <ac:chgData name="Anas Boulehfa" userId="S::anas.boulehfa@student.odisee.be::c0433a45-e32a-4601-a0ae-6e8d64ce7d02" providerId="AD" clId="Web-{7D85458B-4E7B-377B-6574-AA6B6818BFC5}" dt="2026-04-27T10:06:47.711" v="166" actId="20577"/>
          <ac:spMkLst>
            <pc:docMk/>
            <pc:sldMk cId="0" sldId="264"/>
            <ac:spMk id="41" creationId="{00000000-0000-0000-0000-000000000000}"/>
          </ac:spMkLst>
        </pc:spChg>
        <pc:spChg chg="mod">
          <ac:chgData name="Anas Boulehfa" userId="S::anas.boulehfa@student.odisee.be::c0433a45-e32a-4601-a0ae-6e8d64ce7d02" providerId="AD" clId="Web-{7D85458B-4E7B-377B-6574-AA6B6818BFC5}" dt="2026-04-27T10:06:54.867" v="171" actId="20577"/>
          <ac:spMkLst>
            <pc:docMk/>
            <pc:sldMk cId="0" sldId="264"/>
            <ac:spMk id="43" creationId="{00000000-0000-0000-0000-000000000000}"/>
          </ac:spMkLst>
        </pc:spChg>
        <pc:spChg chg="mod">
          <ac:chgData name="Anas Boulehfa" userId="S::anas.boulehfa@student.odisee.be::c0433a45-e32a-4601-a0ae-6e8d64ce7d02" providerId="AD" clId="Web-{7D85458B-4E7B-377B-6574-AA6B6818BFC5}" dt="2026-04-27T10:11:37.282" v="212" actId="1076"/>
          <ac:spMkLst>
            <pc:docMk/>
            <pc:sldMk cId="0" sldId="264"/>
            <ac:spMk id="44" creationId="{00000000-0000-0000-0000-000000000000}"/>
          </ac:spMkLst>
        </pc:spChg>
        <pc:spChg chg="mod">
          <ac:chgData name="Anas Boulehfa" userId="S::anas.boulehfa@student.odisee.be::c0433a45-e32a-4601-a0ae-6e8d64ce7d02" providerId="AD" clId="Web-{7D85458B-4E7B-377B-6574-AA6B6818BFC5}" dt="2026-04-27T10:07:01.086" v="177" actId="20577"/>
          <ac:spMkLst>
            <pc:docMk/>
            <pc:sldMk cId="0" sldId="264"/>
            <ac:spMk id="45" creationId="{00000000-0000-0000-0000-000000000000}"/>
          </ac:spMkLst>
        </pc:spChg>
        <pc:spChg chg="mod">
          <ac:chgData name="Anas Boulehfa" userId="S::anas.boulehfa@student.odisee.be::c0433a45-e32a-4601-a0ae-6e8d64ce7d02" providerId="AD" clId="Web-{7D85458B-4E7B-377B-6574-AA6B6818BFC5}" dt="2026-04-27T10:01:08.749" v="100" actId="1076"/>
          <ac:spMkLst>
            <pc:docMk/>
            <pc:sldMk cId="0" sldId="264"/>
            <ac:spMk id="50" creationId="{00000000-0000-0000-0000-000000000000}"/>
          </ac:spMkLst>
        </pc:spChg>
        <pc:spChg chg="mod">
          <ac:chgData name="Anas Boulehfa" userId="S::anas.boulehfa@student.odisee.be::c0433a45-e32a-4601-a0ae-6e8d64ce7d02" providerId="AD" clId="Web-{7D85458B-4E7B-377B-6574-AA6B6818BFC5}" dt="2026-04-27T10:00:54.154" v="96" actId="20577"/>
          <ac:spMkLst>
            <pc:docMk/>
            <pc:sldMk cId="0" sldId="264"/>
            <ac:spMk id="51" creationId="{00000000-0000-0000-0000-000000000000}"/>
          </ac:spMkLst>
        </pc:spChg>
        <pc:spChg chg="mod">
          <ac:chgData name="Anas Boulehfa" userId="S::anas.boulehfa@student.odisee.be::c0433a45-e32a-4601-a0ae-6e8d64ce7d02" providerId="AD" clId="Web-{7D85458B-4E7B-377B-6574-AA6B6818BFC5}" dt="2026-04-27T10:07:27.353" v="190" actId="20577"/>
          <ac:spMkLst>
            <pc:docMk/>
            <pc:sldMk cId="0" sldId="264"/>
            <ac:spMk id="53" creationId="{00000000-0000-0000-0000-000000000000}"/>
          </ac:spMkLst>
        </pc:spChg>
        <pc:spChg chg="del">
          <ac:chgData name="Anas Boulehfa" userId="S::anas.boulehfa@student.odisee.be::c0433a45-e32a-4601-a0ae-6e8d64ce7d02" providerId="AD" clId="Web-{7D85458B-4E7B-377B-6574-AA6B6818BFC5}" dt="2026-04-27T10:07:03.915" v="178"/>
          <ac:spMkLst>
            <pc:docMk/>
            <pc:sldMk cId="0" sldId="264"/>
            <ac:spMk id="54" creationId="{00000000-0000-0000-0000-000000000000}"/>
          </ac:spMkLst>
        </pc:spChg>
        <pc:spChg chg="mod">
          <ac:chgData name="Anas Boulehfa" userId="S::anas.boulehfa@student.odisee.be::c0433a45-e32a-4601-a0ae-6e8d64ce7d02" providerId="AD" clId="Web-{7D85458B-4E7B-377B-6574-AA6B6818BFC5}" dt="2026-04-27T10:07:05.821" v="179" actId="20577"/>
          <ac:spMkLst>
            <pc:docMk/>
            <pc:sldMk cId="0" sldId="264"/>
            <ac:spMk id="55" creationId="{00000000-0000-0000-0000-000000000000}"/>
          </ac:spMkLst>
        </pc:spChg>
        <pc:spChg chg="del">
          <ac:chgData name="Anas Boulehfa" userId="S::anas.boulehfa@student.odisee.be::c0433a45-e32a-4601-a0ae-6e8d64ce7d02" providerId="AD" clId="Web-{7D85458B-4E7B-377B-6574-AA6B6818BFC5}" dt="2026-04-27T10:07:10.087" v="182"/>
          <ac:spMkLst>
            <pc:docMk/>
            <pc:sldMk cId="0" sldId="264"/>
            <ac:spMk id="56" creationId="{00000000-0000-0000-0000-000000000000}"/>
          </ac:spMkLst>
        </pc:spChg>
        <pc:spChg chg="del mod">
          <ac:chgData name="Anas Boulehfa" userId="S::anas.boulehfa@student.odisee.be::c0433a45-e32a-4601-a0ae-6e8d64ce7d02" providerId="AD" clId="Web-{7D85458B-4E7B-377B-6574-AA6B6818BFC5}" dt="2026-04-27T10:07:08.743" v="181"/>
          <ac:spMkLst>
            <pc:docMk/>
            <pc:sldMk cId="0" sldId="264"/>
            <ac:spMk id="57" creationId="{00000000-0000-0000-0000-000000000000}"/>
          </ac:spMkLst>
        </pc:spChg>
        <pc:spChg chg="del">
          <ac:chgData name="Anas Boulehfa" userId="S::anas.boulehfa@student.odisee.be::c0433a45-e32a-4601-a0ae-6e8d64ce7d02" providerId="AD" clId="Web-{7D85458B-4E7B-377B-6574-AA6B6818BFC5}" dt="2026-04-27T10:07:11.181" v="183"/>
          <ac:spMkLst>
            <pc:docMk/>
            <pc:sldMk cId="0" sldId="264"/>
            <ac:spMk id="58" creationId="{00000000-0000-0000-0000-000000000000}"/>
          </ac:spMkLst>
        </pc:spChg>
        <pc:spChg chg="mod">
          <ac:chgData name="Anas Boulehfa" userId="S::anas.boulehfa@student.odisee.be::c0433a45-e32a-4601-a0ae-6e8d64ce7d02" providerId="AD" clId="Web-{7D85458B-4E7B-377B-6574-AA6B6818BFC5}" dt="2026-04-27T10:07:12.415" v="184" actId="20577"/>
          <ac:spMkLst>
            <pc:docMk/>
            <pc:sldMk cId="0" sldId="264"/>
            <ac:spMk id="59" creationId="{00000000-0000-0000-0000-000000000000}"/>
          </ac:spMkLst>
        </pc:spChg>
        <pc:spChg chg="add mod">
          <ac:chgData name="Anas Boulehfa" userId="S::anas.boulehfa@student.odisee.be::c0433a45-e32a-4601-a0ae-6e8d64ce7d02" providerId="AD" clId="Web-{7D85458B-4E7B-377B-6574-AA6B6818BFC5}" dt="2026-04-27T10:11:20.922" v="208" actId="20577"/>
          <ac:spMkLst>
            <pc:docMk/>
            <pc:sldMk cId="0" sldId="264"/>
            <ac:spMk id="61" creationId="{D0E335ED-9D81-3D9A-5CC7-783E11A6BD1F}"/>
          </ac:spMkLst>
        </pc:spChg>
        <pc:spChg chg="add mod ord">
          <ac:chgData name="Anas Boulehfa" userId="S::anas.boulehfa@student.odisee.be::c0433a45-e32a-4601-a0ae-6e8d64ce7d02" providerId="AD" clId="Web-{7D85458B-4E7B-377B-6574-AA6B6818BFC5}" dt="2026-04-27T10:11:29.641" v="209"/>
          <ac:spMkLst>
            <pc:docMk/>
            <pc:sldMk cId="0" sldId="264"/>
            <ac:spMk id="62" creationId="{3732FD40-5AC1-165D-F2D5-7625FBF9C763}"/>
          </ac:spMkLst>
        </pc:spChg>
        <pc:spChg chg="add mod ord">
          <ac:chgData name="Anas Boulehfa" userId="S::anas.boulehfa@student.odisee.be::c0433a45-e32a-4601-a0ae-6e8d64ce7d02" providerId="AD" clId="Web-{7D85458B-4E7B-377B-6574-AA6B6818BFC5}" dt="2026-04-27T10:11:01.016" v="207"/>
          <ac:spMkLst>
            <pc:docMk/>
            <pc:sldMk cId="0" sldId="264"/>
            <ac:spMk id="63" creationId="{FD2F6B2C-1E32-2359-E237-65990DD102C5}"/>
          </ac:spMkLst>
        </pc:spChg>
        <pc:spChg chg="add del">
          <ac:chgData name="Anas Boulehfa" userId="S::anas.boulehfa@student.odisee.be::c0433a45-e32a-4601-a0ae-6e8d64ce7d02" providerId="AD" clId="Web-{7D85458B-4E7B-377B-6574-AA6B6818BFC5}" dt="2026-04-27T10:11:38.251" v="213"/>
          <ac:spMkLst>
            <pc:docMk/>
            <pc:sldMk cId="0" sldId="264"/>
            <ac:spMk id="64" creationId="{5381E8E9-E9E4-CC80-8356-93C92AEE8D8B}"/>
          </ac:spMkLst>
        </pc:spChg>
        <pc:spChg chg="add mod ord">
          <ac:chgData name="Anas Boulehfa" userId="S::anas.boulehfa@student.odisee.be::c0433a45-e32a-4601-a0ae-6e8d64ce7d02" providerId="AD" clId="Web-{7D85458B-4E7B-377B-6574-AA6B6818BFC5}" dt="2026-04-27T10:11:51.360" v="217"/>
          <ac:spMkLst>
            <pc:docMk/>
            <pc:sldMk cId="0" sldId="264"/>
            <ac:spMk id="65" creationId="{51BF3677-F11F-A450-412E-981126F69608}"/>
          </ac:spMkLst>
        </pc:spChg>
      </pc:sldChg>
      <pc:sldChg chg="del">
        <pc:chgData name="Anas Boulehfa" userId="S::anas.boulehfa@student.odisee.be::c0433a45-e32a-4601-a0ae-6e8d64ce7d02" providerId="AD" clId="Web-{7D85458B-4E7B-377B-6574-AA6B6818BFC5}" dt="2026-04-27T09:57:43.964" v="60"/>
        <pc:sldMkLst>
          <pc:docMk/>
          <pc:sldMk cId="0" sldId="265"/>
        </pc:sldMkLst>
      </pc:sldChg>
      <pc:sldChg chg="add replId">
        <pc:chgData name="Anas Boulehfa" userId="S::anas.boulehfa@student.odisee.be::c0433a45-e32a-4601-a0ae-6e8d64ce7d02" providerId="AD" clId="Web-{7D85458B-4E7B-377B-6574-AA6B6818BFC5}" dt="2026-04-27T09:57:13.697" v="58"/>
        <pc:sldMkLst>
          <pc:docMk/>
          <pc:sldMk cId="2688044919" sldId="267"/>
        </pc:sldMkLst>
      </pc:sldChg>
      <pc:sldChg chg="add replId">
        <pc:chgData name="Anas Boulehfa" userId="S::anas.boulehfa@student.odisee.be::c0433a45-e32a-4601-a0ae-6e8d64ce7d02" providerId="AD" clId="Web-{7D85458B-4E7B-377B-6574-AA6B6818BFC5}" dt="2026-04-27T09:57:16.073" v="59"/>
        <pc:sldMkLst>
          <pc:docMk/>
          <pc:sldMk cId="4003293025" sldId="268"/>
        </pc:sldMkLst>
      </pc:sldChg>
    </pc:docChg>
  </pc:docChgLst>
  <pc:docChgLst>
    <pc:chgData name="Jordan Van Overberge" userId="S::jordan.vanoverberge@student.odisee.be::e3209710-1039-4aff-95f9-e427b99acd84" providerId="AD" clId="Web-{696CDCFF-2E3B-931E-C3C7-AB439E2A5FC9}"/>
    <pc:docChg chg="modSld">
      <pc:chgData name="Jordan Van Overberge" userId="S::jordan.vanoverberge@student.odisee.be::e3209710-1039-4aff-95f9-e427b99acd84" providerId="AD" clId="Web-{696CDCFF-2E3B-931E-C3C7-AB439E2A5FC9}" dt="2026-04-27T11:44:25.570" v="9" actId="1076"/>
      <pc:docMkLst>
        <pc:docMk/>
      </pc:docMkLst>
      <pc:sldChg chg="addSp modSp">
        <pc:chgData name="Jordan Van Overberge" userId="S::jordan.vanoverberge@student.odisee.be::e3209710-1039-4aff-95f9-e427b99acd84" providerId="AD" clId="Web-{696CDCFF-2E3B-931E-C3C7-AB439E2A5FC9}" dt="2026-04-27T11:44:25.570" v="9" actId="1076"/>
        <pc:sldMkLst>
          <pc:docMk/>
          <pc:sldMk cId="2956747275" sldId="273"/>
        </pc:sldMkLst>
        <pc:picChg chg="add mod">
          <ac:chgData name="Jordan Van Overberge" userId="S::jordan.vanoverberge@student.odisee.be::e3209710-1039-4aff-95f9-e427b99acd84" providerId="AD" clId="Web-{696CDCFF-2E3B-931E-C3C7-AB439E2A5FC9}" dt="2026-04-27T11:44:14.508" v="6" actId="1076"/>
          <ac:picMkLst>
            <pc:docMk/>
            <pc:sldMk cId="2956747275" sldId="273"/>
            <ac:picMk id="4" creationId="{0C938C4C-F78E-7063-273B-3FF5C9B65305}"/>
          </ac:picMkLst>
        </pc:picChg>
        <pc:picChg chg="mod">
          <ac:chgData name="Jordan Van Overberge" userId="S::jordan.vanoverberge@student.odisee.be::e3209710-1039-4aff-95f9-e427b99acd84" providerId="AD" clId="Web-{696CDCFF-2E3B-931E-C3C7-AB439E2A5FC9}" dt="2026-04-27T11:44:25.570" v="9" actId="1076"/>
          <ac:picMkLst>
            <pc:docMk/>
            <pc:sldMk cId="2956747275" sldId="273"/>
            <ac:picMk id="8" creationId="{D1B2FEA9-9CDB-B196-1FDA-D715975B32D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3634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F81B4-2098-CE9E-F5D9-AD1CE1E80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24D9BB-A366-EE86-1D16-A81C38D26B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D2F442-567F-DBDD-AB7B-3A6677FBE7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853460-BD33-903F-15BD-48DB8136E2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5606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B1833-C12C-A686-2C3A-251128BFD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1D48FD-A8C2-0A4B-F77C-0EA944C5E6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C49FEF-B902-A09E-69E0-08CF24DB76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CAB3DB-7E00-A1A5-A423-BD3E180C9C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3150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9081E-F774-1D58-FFD7-295BCE785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6374D9-A521-B5BA-5D67-84EF61697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31D817-F4F1-8BC3-EBB9-596467ECB9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5AC116-1E16-2C8B-07CB-271C5F4455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6551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067FB-5670-926E-239B-18B69DFA1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2FB9F2-5BD9-9696-5F79-EE6C51BCC0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7C58A4-F92B-0457-4E29-9D28A09BDD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631261-4393-59C5-1646-DB946446B6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5151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1F5D0-52C5-5C58-D0DD-203F2910B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A85827-24F2-B67A-B6CE-96ECD7200C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93861B-E41C-131D-3010-262210CBF3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F6003-BE4C-431C-44BC-838C43489D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7981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9C8C8-3205-1D1E-457C-82B676A57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11DB6F-9A56-91F0-CEC1-6AE26E9E11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B05543-281E-F2AA-A56B-31F0F2ACF1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8D914-8D61-94DD-4A0C-BB98C7BAE3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1649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1B15D-FCB0-D297-FDC2-D1421C085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670EA2-FA3E-AC2C-ED21-12E586842A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D6FFB6-60C9-FE01-EB6F-3013BF5E91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186BCA-8FCF-E88C-3F83-FD1497F410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7290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D7FFF-CA76-D28C-BA68-6D331DDF2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6F5579-6325-45C0-A3ED-A0211C3C67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439EE7-7C29-D5F9-FBFA-201618AEB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23121A-ABE1-FD87-50E0-7AE9D52B81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747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1FF2C-517D-432F-AB6B-315B4858E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591788-C887-3B81-4C8D-DD1FE5BAD8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65B9E9-FCCF-B0D7-CF91-839AB0306E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C4212-2234-9F74-A426-72CA5F13CC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499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56D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502920" y="640080"/>
            <a:ext cx="1097280" cy="1097280"/>
          </a:xfrm>
          <a:prstGeom prst="rect">
            <a:avLst/>
          </a:prstGeom>
          <a:solidFill>
            <a:srgbClr val="1A56D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>
                <a:solidFill>
                  <a:srgbClr val="000000"/>
                </a:solidFill>
              </a:rPr>
              <a:t>🏦</a:t>
            </a:r>
            <a:endParaRPr lang="en-US" sz="3600"/>
          </a:p>
        </p:txBody>
      </p:sp>
      <p:sp>
        <p:nvSpPr>
          <p:cNvPr id="6" name="Text 4"/>
          <p:cNvSpPr/>
          <p:nvPr/>
        </p:nvSpPr>
        <p:spPr>
          <a:xfrm>
            <a:off x="411480" y="19202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4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PingFin</a:t>
            </a:r>
            <a:endParaRPr lang="en-US" sz="6400"/>
          </a:p>
        </p:txBody>
      </p:sp>
      <p:sp>
        <p:nvSpPr>
          <p:cNvPr id="7" name="Text 5"/>
          <p:cNvSpPr/>
          <p:nvPr/>
        </p:nvSpPr>
        <p:spPr>
          <a:xfrm>
            <a:off x="411480" y="28803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Banksimulatie</a:t>
            </a:r>
            <a:r>
              <a:rPr lang="en-US" sz="200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SEPA Betalingssysteem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411480" y="3429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Internationale Week | April 2026</a:t>
            </a:r>
            <a:endParaRPr lang="en-US" sz="1400"/>
          </a:p>
        </p:txBody>
      </p:sp>
      <p:sp>
        <p:nvSpPr>
          <p:cNvPr id="9" name="Shape 7"/>
          <p:cNvSpPr/>
          <p:nvPr/>
        </p:nvSpPr>
        <p:spPr>
          <a:xfrm>
            <a:off x="6217920" y="548640"/>
            <a:ext cx="2651760" cy="4114800"/>
          </a:xfrm>
          <a:prstGeom prst="rect">
            <a:avLst/>
          </a:prstGeom>
          <a:solidFill>
            <a:srgbClr val="0D20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6217920" y="548640"/>
            <a:ext cx="2651760" cy="548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217920" y="685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6355080" y="1188720"/>
            <a:ext cx="384048" cy="384048"/>
          </a:xfrm>
          <a:prstGeom prst="ellipse">
            <a:avLst/>
          </a:prstGeom>
          <a:solidFill>
            <a:srgbClr val="1A56D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355080" y="1188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6784848" y="11887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Moussa Ismaël</a:t>
            </a:r>
            <a:endParaRPr lang="en-US" sz="1300"/>
          </a:p>
        </p:txBody>
      </p:sp>
      <p:sp>
        <p:nvSpPr>
          <p:cNvPr id="15" name="Shape 13"/>
          <p:cNvSpPr/>
          <p:nvPr/>
        </p:nvSpPr>
        <p:spPr>
          <a:xfrm>
            <a:off x="6355080" y="1901952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355080" y="19019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6784848" y="19019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Overberge Jordan</a:t>
            </a:r>
            <a:endParaRPr lang="en-US" sz="1300"/>
          </a:p>
        </p:txBody>
      </p:sp>
      <p:sp>
        <p:nvSpPr>
          <p:cNvPr id="18" name="Shape 16"/>
          <p:cNvSpPr/>
          <p:nvPr/>
        </p:nvSpPr>
        <p:spPr>
          <a:xfrm>
            <a:off x="6355080" y="2615184"/>
            <a:ext cx="384048" cy="384048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355080" y="2615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6784848" y="261518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Boulehfa Anas</a:t>
            </a:r>
            <a:endParaRPr lang="en-US" sz="1300"/>
          </a:p>
        </p:txBody>
      </p:sp>
      <p:sp>
        <p:nvSpPr>
          <p:cNvPr id="21" name="Shape 19"/>
          <p:cNvSpPr/>
          <p:nvPr/>
        </p:nvSpPr>
        <p:spPr>
          <a:xfrm>
            <a:off x="6355080" y="3328416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355080" y="33284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/>
          </a:p>
        </p:txBody>
      </p:sp>
      <p:sp>
        <p:nvSpPr>
          <p:cNvPr id="23" name="Text 21"/>
          <p:cNvSpPr/>
          <p:nvPr/>
        </p:nvSpPr>
        <p:spPr>
          <a:xfrm>
            <a:off x="6784848" y="332841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Bentatou Yasmina</a:t>
            </a:r>
            <a:endParaRPr lang="en-US" sz="1300"/>
          </a:p>
        </p:txBody>
      </p:sp>
      <p:sp>
        <p:nvSpPr>
          <p:cNvPr id="24" name="Text 22"/>
          <p:cNvSpPr/>
          <p:nvPr/>
        </p:nvSpPr>
        <p:spPr>
          <a:xfrm>
            <a:off x="411480" y="4663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Groep 17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2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&amp; Rollen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PingFin</a:t>
            </a:r>
            <a:r>
              <a:rPr lang="en-US" sz="120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Dag 1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114800" cy="64008"/>
          </a:xfrm>
          <a:prstGeom prst="rect">
            <a:avLst/>
          </a:prstGeom>
          <a:solidFill>
            <a:srgbClr val="1A56D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93192" y="1124712"/>
            <a:ext cx="502920" cy="502920"/>
          </a:xfrm>
          <a:prstGeom prst="ellipse">
            <a:avLst/>
          </a:prstGeom>
          <a:solidFill>
            <a:srgbClr val="1A56D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93192" y="1124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</a:rPr>
              <a:t>📋</a:t>
            </a:r>
            <a:endParaRPr lang="en-US" sz="1800"/>
          </a:p>
        </p:txBody>
      </p:sp>
      <p:sp>
        <p:nvSpPr>
          <p:cNvPr id="9" name="Text 7"/>
          <p:cNvSpPr/>
          <p:nvPr/>
        </p:nvSpPr>
        <p:spPr>
          <a:xfrm>
            <a:off x="978408" y="11247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Moussa Ismaël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978408" y="138074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Manager + DB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411480" y="17099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</a:t>
            </a:r>
            <a:r>
              <a:rPr lang="en-US" sz="12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Trello board &amp; planning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411480" y="203911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</a:t>
            </a:r>
            <a:r>
              <a:rPr lang="en-US" sz="12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schema (SQL)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411480" y="2368296"/>
            <a:ext cx="374904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200" b="1">
              <a:solidFill>
                <a:srgbClr val="1A56DB"/>
              </a:solidFill>
              <a:latin typeface="Arial"/>
              <a:cs typeface="Arial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617720" y="960120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617720" y="960120"/>
            <a:ext cx="4114800" cy="6400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782312" y="1124712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782312" y="1124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</a:rPr>
              <a:t>⚙️</a:t>
            </a:r>
            <a:endParaRPr lang="en-US" sz="1800"/>
          </a:p>
        </p:txBody>
      </p:sp>
      <p:sp>
        <p:nvSpPr>
          <p:cNvPr id="18" name="Text 16"/>
          <p:cNvSpPr/>
          <p:nvPr/>
        </p:nvSpPr>
        <p:spPr>
          <a:xfrm>
            <a:off x="5367528" y="11247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Overberge Jordan</a:t>
            </a:r>
            <a:endParaRPr lang="en-US" sz="1300"/>
          </a:p>
        </p:txBody>
      </p:sp>
      <p:sp>
        <p:nvSpPr>
          <p:cNvPr id="19" name="Text 17"/>
          <p:cNvSpPr/>
          <p:nvPr/>
        </p:nvSpPr>
        <p:spPr>
          <a:xfrm>
            <a:off x="5367528" y="138074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API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4800600" y="17099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4800600" y="171907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</a:t>
            </a:r>
            <a:r>
              <a:rPr lang="en-US" sz="1200">
                <a:latin typeface="Arial" pitchFamily="34" charset="0"/>
                <a:cs typeface="Arial" pitchFamily="34" charset="-120"/>
              </a:rPr>
              <a:t>GitHub (repo)</a:t>
            </a:r>
          </a:p>
        </p:txBody>
      </p:sp>
      <p:sp>
        <p:nvSpPr>
          <p:cNvPr id="22" name="Text 20"/>
          <p:cNvSpPr/>
          <p:nvPr/>
        </p:nvSpPr>
        <p:spPr>
          <a:xfrm>
            <a:off x="4800600" y="203911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</a:t>
            </a:r>
            <a:r>
              <a:rPr lang="en-US" sz="1200" err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Validatie</a:t>
            </a:r>
            <a:r>
              <a:rPr lang="en-US" sz="12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&amp; </a:t>
            </a:r>
            <a:r>
              <a:rPr lang="en-US" sz="1200" err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</a:t>
            </a:r>
            <a:endParaRPr lang="en-US" sz="1200"/>
          </a:p>
        </p:txBody>
      </p:sp>
      <p:sp>
        <p:nvSpPr>
          <p:cNvPr id="23" name="Shape 21"/>
          <p:cNvSpPr/>
          <p:nvPr/>
        </p:nvSpPr>
        <p:spPr>
          <a:xfrm>
            <a:off x="228600" y="3108960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228600" y="3108960"/>
            <a:ext cx="4114800" cy="6400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93192" y="3273552"/>
            <a:ext cx="502920" cy="50292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93192" y="3273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</a:rPr>
              <a:t>🧪</a:t>
            </a:r>
            <a:endParaRPr lang="en-US" sz="1800"/>
          </a:p>
        </p:txBody>
      </p:sp>
      <p:sp>
        <p:nvSpPr>
          <p:cNvPr id="27" name="Text 25"/>
          <p:cNvSpPr/>
          <p:nvPr/>
        </p:nvSpPr>
        <p:spPr>
          <a:xfrm>
            <a:off x="978408" y="32735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Boulehfa Anas</a:t>
            </a:r>
            <a:endParaRPr lang="en-US" sz="1300"/>
          </a:p>
        </p:txBody>
      </p:sp>
      <p:sp>
        <p:nvSpPr>
          <p:cNvPr id="28" name="Text 26"/>
          <p:cNvSpPr/>
          <p:nvPr/>
        </p:nvSpPr>
        <p:spPr>
          <a:xfrm>
            <a:off x="978408" y="352958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+ Testing</a:t>
            </a:r>
            <a:endParaRPr lang="en-US" sz="1100"/>
          </a:p>
        </p:txBody>
      </p:sp>
      <p:sp>
        <p:nvSpPr>
          <p:cNvPr id="29" name="Text 27"/>
          <p:cNvSpPr/>
          <p:nvPr/>
        </p:nvSpPr>
        <p:spPr>
          <a:xfrm>
            <a:off x="411480" y="385876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</a:t>
            </a:r>
            <a:r>
              <a:rPr lang="en-US" sz="12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implementeren</a:t>
            </a:r>
            <a:endParaRPr lang="en-US" sz="1200"/>
          </a:p>
        </p:txBody>
      </p:sp>
      <p:sp>
        <p:nvSpPr>
          <p:cNvPr id="30" name="Text 28"/>
          <p:cNvSpPr/>
          <p:nvPr/>
        </p:nvSpPr>
        <p:spPr>
          <a:xfrm>
            <a:off x="411480" y="418795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411480" y="4224591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</a:t>
            </a:r>
            <a:r>
              <a:rPr lang="en-US" sz="12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 handling </a:t>
            </a:r>
            <a:r>
              <a:rPr lang="en-US" sz="1200" err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uitwerken</a:t>
            </a:r>
            <a:endParaRPr lang="en-US" sz="1200"/>
          </a:p>
        </p:txBody>
      </p:sp>
      <p:sp>
        <p:nvSpPr>
          <p:cNvPr id="32" name="Shape 30"/>
          <p:cNvSpPr/>
          <p:nvPr/>
        </p:nvSpPr>
        <p:spPr>
          <a:xfrm>
            <a:off x="4617720" y="3108960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4617720" y="3108960"/>
            <a:ext cx="4114800" cy="640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4782312" y="3273552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4782312" y="3273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</a:rPr>
              <a:t>🎨</a:t>
            </a:r>
            <a:endParaRPr lang="en-US" sz="1800"/>
          </a:p>
        </p:txBody>
      </p:sp>
      <p:sp>
        <p:nvSpPr>
          <p:cNvPr id="36" name="Text 34"/>
          <p:cNvSpPr/>
          <p:nvPr/>
        </p:nvSpPr>
        <p:spPr>
          <a:xfrm>
            <a:off x="5367528" y="32735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Bentatou Yasmina</a:t>
            </a:r>
            <a:endParaRPr lang="en-US" sz="1300"/>
          </a:p>
        </p:txBody>
      </p:sp>
      <p:sp>
        <p:nvSpPr>
          <p:cNvPr id="37" name="Text 35"/>
          <p:cNvSpPr/>
          <p:nvPr/>
        </p:nvSpPr>
        <p:spPr>
          <a:xfrm>
            <a:off x="5367528" y="352958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 + Documentatie</a:t>
            </a:r>
            <a:endParaRPr lang="en-US" sz="1100"/>
          </a:p>
        </p:txBody>
      </p:sp>
      <p:sp>
        <p:nvSpPr>
          <p:cNvPr id="39" name="Text 37"/>
          <p:cNvSpPr/>
          <p:nvPr/>
        </p:nvSpPr>
        <p:spPr>
          <a:xfrm>
            <a:off x="4782312" y="394106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</a:t>
            </a:r>
            <a:r>
              <a:rPr lang="en-US" sz="12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rapport </a:t>
            </a:r>
            <a:r>
              <a:rPr lang="en-US" sz="1200" err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schrijven</a:t>
            </a:r>
            <a:endParaRPr lang="en-US" sz="1200"/>
          </a:p>
        </p:txBody>
      </p:sp>
      <p:sp>
        <p:nvSpPr>
          <p:cNvPr id="40" name="Text 38"/>
          <p:cNvSpPr/>
          <p:nvPr/>
        </p:nvSpPr>
        <p:spPr>
          <a:xfrm>
            <a:off x="4782312" y="427939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</a:t>
            </a:r>
            <a:r>
              <a:rPr lang="en-US" sz="12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PowerPoint </a:t>
            </a:r>
            <a:r>
              <a:rPr lang="en-US" sz="1200" err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presentatie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3939FB-5E45-06A1-52D1-8E5A8ED28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2C948E2-EA56-CDF7-44B9-1438744C3FA0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7102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731C407-EC51-A013-3F7E-0FD8395FCF14}"/>
              </a:ext>
            </a:extLst>
          </p:cNvPr>
          <p:cNvSpPr/>
          <p:nvPr/>
        </p:nvSpPr>
        <p:spPr>
          <a:xfrm>
            <a:off x="365760" y="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Trello</a:t>
            </a:r>
            <a:endParaRPr lang="en-US" sz="28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80EF0DA-5475-9F34-DA32-32A1C735255D}"/>
              </a:ext>
            </a:extLst>
          </p:cNvPr>
          <p:cNvSpPr/>
          <p:nvPr/>
        </p:nvSpPr>
        <p:spPr>
          <a:xfrm>
            <a:off x="274320" y="960120"/>
            <a:ext cx="73152" cy="100584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F288D8D-1C18-3DC9-C4B7-B92141723618}"/>
              </a:ext>
            </a:extLst>
          </p:cNvPr>
          <p:cNvSpPr/>
          <p:nvPr/>
        </p:nvSpPr>
        <p:spPr>
          <a:xfrm>
            <a:off x="502920" y="9601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700" i="1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BAA9CC8-306F-0150-EBAB-F5F637D99A6C}"/>
              </a:ext>
            </a:extLst>
          </p:cNvPr>
          <p:cNvSpPr/>
          <p:nvPr/>
        </p:nvSpPr>
        <p:spPr>
          <a:xfrm>
            <a:off x="128016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6285E2B-4773-B8C3-99F6-83ECEDBB65DE}"/>
              </a:ext>
            </a:extLst>
          </p:cNvPr>
          <p:cNvSpPr/>
          <p:nvPr/>
        </p:nvSpPr>
        <p:spPr>
          <a:xfrm>
            <a:off x="27432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2800" b="1">
              <a:solidFill>
                <a:srgbClr val="1A56DB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 algn="ctr">
              <a:buNone/>
            </a:pPr>
            <a:endParaRPr lang="en-US" sz="2800" b="1">
              <a:solidFill>
                <a:srgbClr val="1A56DB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 algn="ctr">
              <a:buNone/>
            </a:pPr>
            <a:endParaRPr lang="en-US" sz="2800" b="1">
              <a:solidFill>
                <a:srgbClr val="1A56DB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 algn="ctr">
              <a:buNone/>
            </a:pPr>
            <a:endParaRPr lang="en-US" sz="2800" b="1">
              <a:solidFill>
                <a:srgbClr val="1A56DB"/>
              </a:solidFill>
              <a:latin typeface="Arial Black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929047D-3191-99C5-CB95-C65E9DEB2AB9}"/>
              </a:ext>
            </a:extLst>
          </p:cNvPr>
          <p:cNvSpPr/>
          <p:nvPr/>
        </p:nvSpPr>
        <p:spPr>
          <a:xfrm>
            <a:off x="274320" y="3493008"/>
            <a:ext cx="2743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3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505D97B-F08D-4EF4-B014-DBCB561DA24E}"/>
              </a:ext>
            </a:extLst>
          </p:cNvPr>
          <p:cNvSpPr/>
          <p:nvPr/>
        </p:nvSpPr>
        <p:spPr>
          <a:xfrm>
            <a:off x="384048" y="384048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26E8A14-31DA-503F-B732-430629E1D482}"/>
              </a:ext>
            </a:extLst>
          </p:cNvPr>
          <p:cNvSpPr/>
          <p:nvPr/>
        </p:nvSpPr>
        <p:spPr>
          <a:xfrm>
            <a:off x="3154680" y="3493008"/>
            <a:ext cx="2743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3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B823F45-5D52-ABC8-A78C-FB300EF645FA}"/>
              </a:ext>
            </a:extLst>
          </p:cNvPr>
          <p:cNvSpPr/>
          <p:nvPr/>
        </p:nvSpPr>
        <p:spPr>
          <a:xfrm>
            <a:off x="3264408" y="3840480"/>
            <a:ext cx="2523744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100">
              <a:solidFill>
                <a:srgbClr val="94A3B8"/>
              </a:solidFill>
              <a:latin typeface="Arial"/>
              <a:cs typeface="Arial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5BDCA9CF-B31B-F183-CD79-036708D3169C}"/>
              </a:ext>
            </a:extLst>
          </p:cNvPr>
          <p:cNvSpPr/>
          <p:nvPr/>
        </p:nvSpPr>
        <p:spPr>
          <a:xfrm>
            <a:off x="6144768" y="3840480"/>
            <a:ext cx="2523744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100">
              <a:solidFill>
                <a:srgbClr val="94A3B8"/>
              </a:solidFill>
              <a:latin typeface="Arial"/>
              <a:cs typeface="Arial"/>
            </a:endParaRP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9DFE9F91-A538-9B81-D22A-F505B155B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96" y="1084869"/>
            <a:ext cx="7552847" cy="3636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63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CDBE62-7F8C-4D23-C486-215699706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C756B91-C5A8-4A9C-FF4D-21622A432DCA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7102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A505700-E765-3656-38D1-47864A735341}"/>
              </a:ext>
            </a:extLst>
          </p:cNvPr>
          <p:cNvSpPr/>
          <p:nvPr/>
        </p:nvSpPr>
        <p:spPr>
          <a:xfrm>
            <a:off x="365760" y="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</a:t>
            </a:r>
            <a:endParaRPr lang="en-US" sz="28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0436DB9-5122-E222-F6F5-40A35AE4D24F}"/>
              </a:ext>
            </a:extLst>
          </p:cNvPr>
          <p:cNvSpPr/>
          <p:nvPr/>
        </p:nvSpPr>
        <p:spPr>
          <a:xfrm>
            <a:off x="274320" y="960120"/>
            <a:ext cx="73152" cy="100584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B0BD9E0-39F1-6C03-2EFD-7E7617A885E4}"/>
              </a:ext>
            </a:extLst>
          </p:cNvPr>
          <p:cNvSpPr/>
          <p:nvPr/>
        </p:nvSpPr>
        <p:spPr>
          <a:xfrm>
            <a:off x="502920" y="9601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700" i="1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275F615-8935-3E02-4BC8-D9FA1FD041D5}"/>
              </a:ext>
            </a:extLst>
          </p:cNvPr>
          <p:cNvSpPr/>
          <p:nvPr/>
        </p:nvSpPr>
        <p:spPr>
          <a:xfrm>
            <a:off x="128016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35CD91C-4672-309B-176A-7220C1FBF05B}"/>
              </a:ext>
            </a:extLst>
          </p:cNvPr>
          <p:cNvSpPr/>
          <p:nvPr/>
        </p:nvSpPr>
        <p:spPr>
          <a:xfrm>
            <a:off x="27432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2800" b="1">
              <a:solidFill>
                <a:srgbClr val="1A56DB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 algn="ctr">
              <a:buNone/>
            </a:pPr>
            <a:endParaRPr lang="en-US" sz="2800" b="1">
              <a:solidFill>
                <a:srgbClr val="1A56DB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 algn="ctr">
              <a:buNone/>
            </a:pPr>
            <a:endParaRPr lang="en-US" sz="2800" b="1">
              <a:solidFill>
                <a:srgbClr val="1A56DB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 algn="ctr">
              <a:buNone/>
            </a:pPr>
            <a:endParaRPr lang="en-US" sz="2800" b="1">
              <a:solidFill>
                <a:srgbClr val="1A56DB"/>
              </a:solidFill>
              <a:latin typeface="Arial Black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1DC5039-E538-78BF-A216-758A9E3EA7B1}"/>
              </a:ext>
            </a:extLst>
          </p:cNvPr>
          <p:cNvSpPr/>
          <p:nvPr/>
        </p:nvSpPr>
        <p:spPr>
          <a:xfrm>
            <a:off x="274320" y="3493008"/>
            <a:ext cx="2743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3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F12044F-F6F4-8398-6B10-AF5794D7DE18}"/>
              </a:ext>
            </a:extLst>
          </p:cNvPr>
          <p:cNvSpPr/>
          <p:nvPr/>
        </p:nvSpPr>
        <p:spPr>
          <a:xfrm>
            <a:off x="384048" y="384048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B2F0207-22BE-DC15-BAC1-352D42B141FA}"/>
              </a:ext>
            </a:extLst>
          </p:cNvPr>
          <p:cNvSpPr/>
          <p:nvPr/>
        </p:nvSpPr>
        <p:spPr>
          <a:xfrm>
            <a:off x="3154680" y="3493008"/>
            <a:ext cx="2743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3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C8E6803-F4AC-BAFC-1276-7C776FDD6873}"/>
              </a:ext>
            </a:extLst>
          </p:cNvPr>
          <p:cNvSpPr/>
          <p:nvPr/>
        </p:nvSpPr>
        <p:spPr>
          <a:xfrm>
            <a:off x="3264408" y="3840480"/>
            <a:ext cx="2523744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100">
              <a:solidFill>
                <a:srgbClr val="94A3B8"/>
              </a:solidFill>
              <a:latin typeface="Arial"/>
              <a:cs typeface="Arial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9A9BF015-BF7E-070A-66AD-CBF6F1EF80F5}"/>
              </a:ext>
            </a:extLst>
          </p:cNvPr>
          <p:cNvSpPr/>
          <p:nvPr/>
        </p:nvSpPr>
        <p:spPr>
          <a:xfrm>
            <a:off x="6144768" y="3840480"/>
            <a:ext cx="2523744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100">
              <a:solidFill>
                <a:srgbClr val="94A3B8"/>
              </a:solidFill>
              <a:latin typeface="Arial"/>
              <a:cs typeface="Arial"/>
            </a:endParaRP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D1B2FEA9-9CDB-B196-1FDA-D715975B32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943" y="1286346"/>
            <a:ext cx="5382218" cy="2675854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C938C4C-F78E-7063-273B-3FF5C9B653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5258" y="1180784"/>
            <a:ext cx="3234475" cy="2942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7472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B35637-E3F4-A8C4-68AB-6BD7559B8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9B958FF-09A5-9855-F3D5-D2EA64074ABF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7102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F77B231-D59D-F4EC-2ADD-6B7BB740F56D}"/>
              </a:ext>
            </a:extLst>
          </p:cNvPr>
          <p:cNvSpPr/>
          <p:nvPr/>
        </p:nvSpPr>
        <p:spPr>
          <a:xfrm>
            <a:off x="365760" y="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Documentatie</a:t>
            </a:r>
            <a:endParaRPr lang="en-US" sz="28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F217AE-FA7E-DCAD-6F67-FC2EB27449EB}"/>
              </a:ext>
            </a:extLst>
          </p:cNvPr>
          <p:cNvSpPr/>
          <p:nvPr/>
        </p:nvSpPr>
        <p:spPr>
          <a:xfrm>
            <a:off x="274320" y="960120"/>
            <a:ext cx="73152" cy="100584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D479438-CA92-0358-B45B-3C74514C8636}"/>
              </a:ext>
            </a:extLst>
          </p:cNvPr>
          <p:cNvSpPr/>
          <p:nvPr/>
        </p:nvSpPr>
        <p:spPr>
          <a:xfrm>
            <a:off x="502920" y="9601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700" i="1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4225B7A-26B7-F38E-7EA1-782E26F913C6}"/>
              </a:ext>
            </a:extLst>
          </p:cNvPr>
          <p:cNvSpPr/>
          <p:nvPr/>
        </p:nvSpPr>
        <p:spPr>
          <a:xfrm>
            <a:off x="128016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3F95424-BB69-950F-2700-46240E96CEA7}"/>
              </a:ext>
            </a:extLst>
          </p:cNvPr>
          <p:cNvSpPr/>
          <p:nvPr/>
        </p:nvSpPr>
        <p:spPr>
          <a:xfrm>
            <a:off x="27432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2800" b="1">
              <a:solidFill>
                <a:srgbClr val="1A56DB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 algn="ctr">
              <a:buNone/>
            </a:pPr>
            <a:endParaRPr lang="en-US" sz="2800" b="1">
              <a:solidFill>
                <a:srgbClr val="1A56DB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 algn="ctr">
              <a:buNone/>
            </a:pPr>
            <a:endParaRPr lang="en-US" sz="2800" b="1">
              <a:solidFill>
                <a:srgbClr val="1A56DB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 algn="ctr">
              <a:buNone/>
            </a:pPr>
            <a:endParaRPr lang="en-US" sz="2800" b="1">
              <a:solidFill>
                <a:srgbClr val="1A56DB"/>
              </a:solidFill>
              <a:latin typeface="Arial Black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18D5FA8-13DA-4715-154F-AF6ABB5AD09F}"/>
              </a:ext>
            </a:extLst>
          </p:cNvPr>
          <p:cNvSpPr/>
          <p:nvPr/>
        </p:nvSpPr>
        <p:spPr>
          <a:xfrm>
            <a:off x="274320" y="3493008"/>
            <a:ext cx="2743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3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1D244C7-154D-E746-BF18-BCDD5752ADBA}"/>
              </a:ext>
            </a:extLst>
          </p:cNvPr>
          <p:cNvSpPr/>
          <p:nvPr/>
        </p:nvSpPr>
        <p:spPr>
          <a:xfrm>
            <a:off x="384048" y="384048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F995DE3-9144-4206-96C5-54355BADCB61}"/>
              </a:ext>
            </a:extLst>
          </p:cNvPr>
          <p:cNvSpPr/>
          <p:nvPr/>
        </p:nvSpPr>
        <p:spPr>
          <a:xfrm>
            <a:off x="3154680" y="3493008"/>
            <a:ext cx="2743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3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5B40785-90B4-B2D2-BF0D-7753E904EC05}"/>
              </a:ext>
            </a:extLst>
          </p:cNvPr>
          <p:cNvSpPr/>
          <p:nvPr/>
        </p:nvSpPr>
        <p:spPr>
          <a:xfrm>
            <a:off x="3264408" y="3840480"/>
            <a:ext cx="2523744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100">
              <a:solidFill>
                <a:srgbClr val="94A3B8"/>
              </a:solidFill>
              <a:latin typeface="Arial"/>
              <a:cs typeface="Arial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A324759A-17CE-7DE6-4FAA-981D48F95466}"/>
              </a:ext>
            </a:extLst>
          </p:cNvPr>
          <p:cNvSpPr/>
          <p:nvPr/>
        </p:nvSpPr>
        <p:spPr>
          <a:xfrm>
            <a:off x="6144768" y="3840480"/>
            <a:ext cx="2523744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100">
              <a:solidFill>
                <a:srgbClr val="94A3B8"/>
              </a:solidFill>
              <a:latin typeface="Arial"/>
              <a:cs typeface="Arial"/>
            </a:endParaRPr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44E6D879-43D2-CEAA-C849-C091A1370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087" y="970863"/>
            <a:ext cx="7214385" cy="3864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2121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7102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 CASE 1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73152" cy="100584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700" i="1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28016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/>
          </a:p>
        </p:txBody>
      </p:sp>
      <p:sp>
        <p:nvSpPr>
          <p:cNvPr id="11" name="Text 9"/>
          <p:cNvSpPr/>
          <p:nvPr/>
        </p:nvSpPr>
        <p:spPr>
          <a:xfrm>
            <a:off x="27432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2800" b="1">
              <a:solidFill>
                <a:srgbClr val="1A56DB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 algn="ctr">
              <a:buNone/>
            </a:pPr>
            <a:endParaRPr lang="en-US" sz="2800" b="1">
              <a:solidFill>
                <a:srgbClr val="1A56DB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 algn="ctr">
              <a:buNone/>
            </a:pPr>
            <a:endParaRPr lang="en-US" sz="2800" b="1">
              <a:solidFill>
                <a:srgbClr val="1A56DB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 algn="ctr">
              <a:buNone/>
            </a:pPr>
            <a:endParaRPr lang="en-US" sz="2800" b="1">
              <a:solidFill>
                <a:srgbClr val="1A56DB"/>
              </a:solidFill>
              <a:latin typeface="Arial Black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74320" y="3493008"/>
            <a:ext cx="2743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3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84048" y="384048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3154680" y="3493008"/>
            <a:ext cx="2743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3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264408" y="3840480"/>
            <a:ext cx="2523744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100">
              <a:solidFill>
                <a:srgbClr val="94A3B8"/>
              </a:solidFill>
              <a:latin typeface="Arial"/>
              <a:cs typeface="Arial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144768" y="3840480"/>
            <a:ext cx="2523744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100">
              <a:solidFill>
                <a:srgbClr val="94A3B8"/>
              </a:solidFill>
              <a:latin typeface="Arial"/>
              <a:cs typeface="Arial"/>
            </a:endParaRP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04EF77E3-4A58-AF7E-1055-50511FFBC4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46" r="1617"/>
          <a:stretch>
            <a:fillRect/>
          </a:stretch>
        </p:blipFill>
        <p:spPr bwMode="auto">
          <a:xfrm>
            <a:off x="1432242" y="1036320"/>
            <a:ext cx="6279515" cy="30708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776B6B-2086-5981-E5AC-1CE12922C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2F11671-49C5-1D9F-5FEA-5D255E09CED3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7102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A446E0A-9FE8-FB86-D52F-C13516267AE9}"/>
              </a:ext>
            </a:extLst>
          </p:cNvPr>
          <p:cNvSpPr/>
          <p:nvPr/>
        </p:nvSpPr>
        <p:spPr>
          <a:xfrm>
            <a:off x="365760" y="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 CASE 2</a:t>
            </a:r>
            <a:endParaRPr lang="en-US" sz="28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4B7ABED-B484-16BA-698D-E8300E111123}"/>
              </a:ext>
            </a:extLst>
          </p:cNvPr>
          <p:cNvSpPr/>
          <p:nvPr/>
        </p:nvSpPr>
        <p:spPr>
          <a:xfrm>
            <a:off x="274320" y="960120"/>
            <a:ext cx="73152" cy="100584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13AE8B5-ECA1-AE10-DAEA-9B8FE543FB59}"/>
              </a:ext>
            </a:extLst>
          </p:cNvPr>
          <p:cNvSpPr/>
          <p:nvPr/>
        </p:nvSpPr>
        <p:spPr>
          <a:xfrm>
            <a:off x="502920" y="9601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700" i="1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3AF004A-E7AF-A00D-B001-81AF5D6C3C6D}"/>
              </a:ext>
            </a:extLst>
          </p:cNvPr>
          <p:cNvSpPr/>
          <p:nvPr/>
        </p:nvSpPr>
        <p:spPr>
          <a:xfrm>
            <a:off x="128016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64804E8-A75C-5709-B7F4-3F2DDC0CC6E8}"/>
              </a:ext>
            </a:extLst>
          </p:cNvPr>
          <p:cNvSpPr/>
          <p:nvPr/>
        </p:nvSpPr>
        <p:spPr>
          <a:xfrm>
            <a:off x="27432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2800" b="1">
              <a:solidFill>
                <a:srgbClr val="1A56DB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 algn="ctr">
              <a:buNone/>
            </a:pPr>
            <a:endParaRPr lang="en-US" sz="2800" b="1">
              <a:solidFill>
                <a:srgbClr val="1A56DB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 algn="ctr">
              <a:buNone/>
            </a:pPr>
            <a:endParaRPr lang="en-US" sz="2800" b="1">
              <a:solidFill>
                <a:srgbClr val="1A56DB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 algn="ctr">
              <a:buNone/>
            </a:pPr>
            <a:endParaRPr lang="en-US" sz="2800" b="1">
              <a:solidFill>
                <a:srgbClr val="1A56DB"/>
              </a:solidFill>
              <a:latin typeface="Arial Black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D49440D-E750-7A1E-2714-B03BB002547D}"/>
              </a:ext>
            </a:extLst>
          </p:cNvPr>
          <p:cNvSpPr/>
          <p:nvPr/>
        </p:nvSpPr>
        <p:spPr>
          <a:xfrm>
            <a:off x="274320" y="3493008"/>
            <a:ext cx="2743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3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D4D30D2-BC23-190F-67FE-1B8AC26471C8}"/>
              </a:ext>
            </a:extLst>
          </p:cNvPr>
          <p:cNvSpPr/>
          <p:nvPr/>
        </p:nvSpPr>
        <p:spPr>
          <a:xfrm>
            <a:off x="384048" y="384048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77A8CE3-0599-9AC9-23DA-A2FA14679968}"/>
              </a:ext>
            </a:extLst>
          </p:cNvPr>
          <p:cNvSpPr/>
          <p:nvPr/>
        </p:nvSpPr>
        <p:spPr>
          <a:xfrm>
            <a:off x="3154680" y="3493008"/>
            <a:ext cx="2743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3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4713A88-341D-85B4-3034-927C5D0757ED}"/>
              </a:ext>
            </a:extLst>
          </p:cNvPr>
          <p:cNvSpPr/>
          <p:nvPr/>
        </p:nvSpPr>
        <p:spPr>
          <a:xfrm>
            <a:off x="3264408" y="3840480"/>
            <a:ext cx="2523744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100">
              <a:solidFill>
                <a:srgbClr val="94A3B8"/>
              </a:solidFill>
              <a:latin typeface="Arial"/>
              <a:cs typeface="Arial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02306E9F-05AC-8010-6FD5-4CF5CBCFD2B9}"/>
              </a:ext>
            </a:extLst>
          </p:cNvPr>
          <p:cNvSpPr/>
          <p:nvPr/>
        </p:nvSpPr>
        <p:spPr>
          <a:xfrm>
            <a:off x="6144768" y="3840480"/>
            <a:ext cx="2523744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100">
              <a:solidFill>
                <a:srgbClr val="94A3B8"/>
              </a:solidFill>
              <a:latin typeface="Arial"/>
              <a:cs typeface="Arial"/>
            </a:endParaRP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15AF61AE-F213-B93D-D7A7-C41D10C4B1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47" r="2216"/>
          <a:stretch>
            <a:fillRect/>
          </a:stretch>
        </p:blipFill>
        <p:spPr bwMode="auto">
          <a:xfrm>
            <a:off x="1557337" y="1081722"/>
            <a:ext cx="6029325" cy="298005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0032930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4CA2C1-5F71-0ED7-DCC5-8063859C9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A9BD050-B57C-C088-9667-59339F1690E4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7102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407BA54-5C4A-6FB3-77CC-75D3902433A6}"/>
              </a:ext>
            </a:extLst>
          </p:cNvPr>
          <p:cNvSpPr/>
          <p:nvPr/>
        </p:nvSpPr>
        <p:spPr>
          <a:xfrm>
            <a:off x="365760" y="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 CASE 3</a:t>
            </a:r>
            <a:endParaRPr lang="en-US" sz="28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EFF32EB-5C16-F281-33B2-A98A0AF40D90}"/>
              </a:ext>
            </a:extLst>
          </p:cNvPr>
          <p:cNvSpPr/>
          <p:nvPr/>
        </p:nvSpPr>
        <p:spPr>
          <a:xfrm>
            <a:off x="274320" y="960120"/>
            <a:ext cx="73152" cy="100584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DB49351-9076-64A3-DF9A-F8E894558A71}"/>
              </a:ext>
            </a:extLst>
          </p:cNvPr>
          <p:cNvSpPr/>
          <p:nvPr/>
        </p:nvSpPr>
        <p:spPr>
          <a:xfrm>
            <a:off x="502920" y="9601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700" i="1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B614E0E-A463-0B36-32B4-DFB4C71CEF8A}"/>
              </a:ext>
            </a:extLst>
          </p:cNvPr>
          <p:cNvSpPr/>
          <p:nvPr/>
        </p:nvSpPr>
        <p:spPr>
          <a:xfrm>
            <a:off x="128016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F0A462B-3E82-5EC4-FAE3-2C1A56F2623A}"/>
              </a:ext>
            </a:extLst>
          </p:cNvPr>
          <p:cNvSpPr/>
          <p:nvPr/>
        </p:nvSpPr>
        <p:spPr>
          <a:xfrm>
            <a:off x="27432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2800" b="1">
              <a:solidFill>
                <a:srgbClr val="1A56DB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 algn="ctr">
              <a:buNone/>
            </a:pPr>
            <a:endParaRPr lang="en-US" sz="2800" b="1">
              <a:solidFill>
                <a:srgbClr val="1A56DB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 algn="ctr">
              <a:buNone/>
            </a:pPr>
            <a:endParaRPr lang="en-US" sz="2800" b="1">
              <a:solidFill>
                <a:srgbClr val="1A56DB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 algn="ctr">
              <a:buNone/>
            </a:pPr>
            <a:endParaRPr lang="en-US" sz="2800" b="1">
              <a:solidFill>
                <a:srgbClr val="1A56DB"/>
              </a:solidFill>
              <a:latin typeface="Arial Black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3BE3091-40CA-4593-AE6A-D6B68D2864A4}"/>
              </a:ext>
            </a:extLst>
          </p:cNvPr>
          <p:cNvSpPr/>
          <p:nvPr/>
        </p:nvSpPr>
        <p:spPr>
          <a:xfrm>
            <a:off x="274320" y="3493008"/>
            <a:ext cx="2743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3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128683D-886B-6ADE-6137-32F23C993135}"/>
              </a:ext>
            </a:extLst>
          </p:cNvPr>
          <p:cNvSpPr/>
          <p:nvPr/>
        </p:nvSpPr>
        <p:spPr>
          <a:xfrm>
            <a:off x="384048" y="384048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C658A3F-6614-D3D4-F266-148FEBAB4FC3}"/>
              </a:ext>
            </a:extLst>
          </p:cNvPr>
          <p:cNvSpPr/>
          <p:nvPr/>
        </p:nvSpPr>
        <p:spPr>
          <a:xfrm>
            <a:off x="3154680" y="3493008"/>
            <a:ext cx="2743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3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F051783-5F49-1E53-8E9F-F5E3AE6D9DD1}"/>
              </a:ext>
            </a:extLst>
          </p:cNvPr>
          <p:cNvSpPr/>
          <p:nvPr/>
        </p:nvSpPr>
        <p:spPr>
          <a:xfrm>
            <a:off x="3264408" y="3840480"/>
            <a:ext cx="2523744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100">
              <a:solidFill>
                <a:srgbClr val="94A3B8"/>
              </a:solidFill>
              <a:latin typeface="Arial"/>
              <a:cs typeface="Arial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AB30D446-C55E-5B15-0D7F-0530497BBE36}"/>
              </a:ext>
            </a:extLst>
          </p:cNvPr>
          <p:cNvSpPr/>
          <p:nvPr/>
        </p:nvSpPr>
        <p:spPr>
          <a:xfrm>
            <a:off x="6144768" y="3840480"/>
            <a:ext cx="2523744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100">
              <a:solidFill>
                <a:srgbClr val="94A3B8"/>
              </a:solidFill>
              <a:latin typeface="Arial"/>
              <a:cs typeface="Arial"/>
            </a:endParaRP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3E923B80-B8FE-51AE-FA20-882FECDED93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97" r="3863"/>
          <a:stretch>
            <a:fillRect/>
          </a:stretch>
        </p:blipFill>
        <p:spPr bwMode="auto">
          <a:xfrm>
            <a:off x="1614903" y="1250632"/>
            <a:ext cx="5914193" cy="317698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880449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0C15D7-C16A-D4C9-E79D-4A351AD4C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2515151-DB79-F83F-211D-BBEEEC226A84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7102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75BD95B-905D-04EA-E194-5B1377D4958F}"/>
              </a:ext>
            </a:extLst>
          </p:cNvPr>
          <p:cNvSpPr/>
          <p:nvPr/>
        </p:nvSpPr>
        <p:spPr>
          <a:xfrm>
            <a:off x="365760" y="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 CASE 4</a:t>
            </a:r>
            <a:endParaRPr lang="en-US" sz="28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BF2DAB5-0F94-B623-E3A9-7BC8AB2257DA}"/>
              </a:ext>
            </a:extLst>
          </p:cNvPr>
          <p:cNvSpPr/>
          <p:nvPr/>
        </p:nvSpPr>
        <p:spPr>
          <a:xfrm>
            <a:off x="274320" y="960120"/>
            <a:ext cx="73152" cy="100584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9AAFDA5-E721-B5BC-D67F-EF7CC17698D5}"/>
              </a:ext>
            </a:extLst>
          </p:cNvPr>
          <p:cNvSpPr/>
          <p:nvPr/>
        </p:nvSpPr>
        <p:spPr>
          <a:xfrm>
            <a:off x="502920" y="9601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700" i="1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9B7A63D-C9A9-B0D0-E19C-079BA5CB9C65}"/>
              </a:ext>
            </a:extLst>
          </p:cNvPr>
          <p:cNvSpPr/>
          <p:nvPr/>
        </p:nvSpPr>
        <p:spPr>
          <a:xfrm>
            <a:off x="128016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16EA167-F2A9-82D1-DC89-B87F4C531973}"/>
              </a:ext>
            </a:extLst>
          </p:cNvPr>
          <p:cNvSpPr/>
          <p:nvPr/>
        </p:nvSpPr>
        <p:spPr>
          <a:xfrm>
            <a:off x="27432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2800" b="1">
              <a:solidFill>
                <a:srgbClr val="1A56DB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 algn="ctr">
              <a:buNone/>
            </a:pPr>
            <a:endParaRPr lang="en-US" sz="2800" b="1">
              <a:solidFill>
                <a:srgbClr val="1A56DB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 algn="ctr">
              <a:buNone/>
            </a:pPr>
            <a:endParaRPr lang="en-US" sz="2800" b="1">
              <a:solidFill>
                <a:srgbClr val="1A56DB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 algn="ctr">
              <a:buNone/>
            </a:pPr>
            <a:endParaRPr lang="en-US" sz="2800" b="1">
              <a:solidFill>
                <a:srgbClr val="1A56DB"/>
              </a:solidFill>
              <a:latin typeface="Arial Black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E237FEF-13F2-0031-B45F-80F3A4250D84}"/>
              </a:ext>
            </a:extLst>
          </p:cNvPr>
          <p:cNvSpPr/>
          <p:nvPr/>
        </p:nvSpPr>
        <p:spPr>
          <a:xfrm>
            <a:off x="274320" y="3493008"/>
            <a:ext cx="2743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3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14DA3F6-57A5-214E-A396-6FA7360C16C9}"/>
              </a:ext>
            </a:extLst>
          </p:cNvPr>
          <p:cNvSpPr/>
          <p:nvPr/>
        </p:nvSpPr>
        <p:spPr>
          <a:xfrm>
            <a:off x="384048" y="384048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5D9D7A3-CD25-FC70-567D-7C013DC1CB1E}"/>
              </a:ext>
            </a:extLst>
          </p:cNvPr>
          <p:cNvSpPr/>
          <p:nvPr/>
        </p:nvSpPr>
        <p:spPr>
          <a:xfrm>
            <a:off x="3154680" y="3493008"/>
            <a:ext cx="2743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3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408AFD23-1A30-698E-3C2E-89AC880F1D63}"/>
              </a:ext>
            </a:extLst>
          </p:cNvPr>
          <p:cNvSpPr/>
          <p:nvPr/>
        </p:nvSpPr>
        <p:spPr>
          <a:xfrm>
            <a:off x="3264408" y="3840480"/>
            <a:ext cx="2523744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100">
              <a:solidFill>
                <a:srgbClr val="94A3B8"/>
              </a:solidFill>
              <a:latin typeface="Arial"/>
              <a:cs typeface="Arial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91A4156C-7C3C-1DF1-572B-2256824939D5}"/>
              </a:ext>
            </a:extLst>
          </p:cNvPr>
          <p:cNvSpPr/>
          <p:nvPr/>
        </p:nvSpPr>
        <p:spPr>
          <a:xfrm>
            <a:off x="6144768" y="3840480"/>
            <a:ext cx="2523744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100">
              <a:solidFill>
                <a:srgbClr val="94A3B8"/>
              </a:solidFill>
              <a:latin typeface="Arial"/>
              <a:cs typeface="Arial"/>
            </a:endParaRP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2FBF5934-0176-4E3B-A8CF-B921D6AC026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140" r="7158"/>
          <a:stretch>
            <a:fillRect/>
          </a:stretch>
        </p:blipFill>
        <p:spPr bwMode="auto">
          <a:xfrm>
            <a:off x="1367835" y="1048853"/>
            <a:ext cx="6146142" cy="345730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945563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040949-9725-6E04-36B2-96CEDA209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F51297D-1B8E-C5F0-E67B-B2F3EA326BF5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7102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6127BC6-17AA-52FD-6394-4B1E946BEC26}"/>
              </a:ext>
            </a:extLst>
          </p:cNvPr>
          <p:cNvSpPr/>
          <p:nvPr/>
        </p:nvSpPr>
        <p:spPr>
          <a:xfrm>
            <a:off x="365760" y="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 CASE 5</a:t>
            </a:r>
            <a:endParaRPr lang="en-US" sz="28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9B771DF-34D7-99CE-DAD4-0D104BF59C77}"/>
              </a:ext>
            </a:extLst>
          </p:cNvPr>
          <p:cNvSpPr/>
          <p:nvPr/>
        </p:nvSpPr>
        <p:spPr>
          <a:xfrm>
            <a:off x="274320" y="960120"/>
            <a:ext cx="73152" cy="100584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32E3E4D-D20B-8DCA-793E-79B46DBE5419}"/>
              </a:ext>
            </a:extLst>
          </p:cNvPr>
          <p:cNvSpPr/>
          <p:nvPr/>
        </p:nvSpPr>
        <p:spPr>
          <a:xfrm>
            <a:off x="502920" y="9601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700" i="1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506751B-1FA6-ED5D-59AF-E9E674ECF4DA}"/>
              </a:ext>
            </a:extLst>
          </p:cNvPr>
          <p:cNvSpPr/>
          <p:nvPr/>
        </p:nvSpPr>
        <p:spPr>
          <a:xfrm>
            <a:off x="128016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A1B0DAE-6975-C4D0-AF55-719A848D20D1}"/>
              </a:ext>
            </a:extLst>
          </p:cNvPr>
          <p:cNvSpPr/>
          <p:nvPr/>
        </p:nvSpPr>
        <p:spPr>
          <a:xfrm>
            <a:off x="27432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2800" b="1">
              <a:solidFill>
                <a:srgbClr val="1A56DB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 algn="ctr">
              <a:buNone/>
            </a:pPr>
            <a:endParaRPr lang="en-US" sz="2800" b="1">
              <a:solidFill>
                <a:srgbClr val="1A56DB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 algn="ctr">
              <a:buNone/>
            </a:pPr>
            <a:endParaRPr lang="en-US" sz="2800" b="1">
              <a:solidFill>
                <a:srgbClr val="1A56DB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 algn="ctr">
              <a:buNone/>
            </a:pPr>
            <a:endParaRPr lang="en-US" sz="2800" b="1">
              <a:solidFill>
                <a:srgbClr val="1A56DB"/>
              </a:solidFill>
              <a:latin typeface="Arial Black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36835A6-4281-5C34-621A-B8F62F0C0263}"/>
              </a:ext>
            </a:extLst>
          </p:cNvPr>
          <p:cNvSpPr/>
          <p:nvPr/>
        </p:nvSpPr>
        <p:spPr>
          <a:xfrm>
            <a:off x="274320" y="3493008"/>
            <a:ext cx="2743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3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D00F463-1B43-A861-B203-4DFEE9D56FC7}"/>
              </a:ext>
            </a:extLst>
          </p:cNvPr>
          <p:cNvSpPr/>
          <p:nvPr/>
        </p:nvSpPr>
        <p:spPr>
          <a:xfrm>
            <a:off x="384048" y="384048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D73B339-9182-899B-959E-5CEBE81505F1}"/>
              </a:ext>
            </a:extLst>
          </p:cNvPr>
          <p:cNvSpPr/>
          <p:nvPr/>
        </p:nvSpPr>
        <p:spPr>
          <a:xfrm>
            <a:off x="3154680" y="3493008"/>
            <a:ext cx="2743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3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0D7139C-3066-21D1-3FD8-DE118ED7DC4D}"/>
              </a:ext>
            </a:extLst>
          </p:cNvPr>
          <p:cNvSpPr/>
          <p:nvPr/>
        </p:nvSpPr>
        <p:spPr>
          <a:xfrm>
            <a:off x="3264408" y="3840480"/>
            <a:ext cx="2523744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100">
              <a:solidFill>
                <a:srgbClr val="94A3B8"/>
              </a:solidFill>
              <a:latin typeface="Arial"/>
              <a:cs typeface="Arial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41868384-5CD2-1624-F53E-16A676A2435B}"/>
              </a:ext>
            </a:extLst>
          </p:cNvPr>
          <p:cNvSpPr/>
          <p:nvPr/>
        </p:nvSpPr>
        <p:spPr>
          <a:xfrm>
            <a:off x="6144768" y="3840480"/>
            <a:ext cx="2523744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100">
              <a:solidFill>
                <a:srgbClr val="94A3B8"/>
              </a:solidFill>
              <a:latin typeface="Arial"/>
              <a:cs typeface="Arial"/>
            </a:endParaRP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B45F4CE5-75EF-7911-468E-936140EF4A2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88" r="9385"/>
          <a:stretch>
            <a:fillRect/>
          </a:stretch>
        </p:blipFill>
        <p:spPr bwMode="auto">
          <a:xfrm>
            <a:off x="1747668" y="1060894"/>
            <a:ext cx="5648664" cy="327317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899912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532605-AECD-3603-7847-568C3D276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1ECCDB4-9859-712E-991C-AC6263472DE8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7102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7D0493F-C7E5-DEF2-5B0F-10770846A13A}"/>
              </a:ext>
            </a:extLst>
          </p:cNvPr>
          <p:cNvSpPr/>
          <p:nvPr/>
        </p:nvSpPr>
        <p:spPr>
          <a:xfrm>
            <a:off x="365760" y="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EXCEPTION STRATEGIES 1</a:t>
            </a:r>
            <a:endParaRPr lang="en-US" sz="28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EB98DF3-C0CB-7E87-292A-3BDE26982FA3}"/>
              </a:ext>
            </a:extLst>
          </p:cNvPr>
          <p:cNvSpPr/>
          <p:nvPr/>
        </p:nvSpPr>
        <p:spPr>
          <a:xfrm>
            <a:off x="274320" y="960120"/>
            <a:ext cx="73152" cy="100584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CC37E63-DD97-25C5-D1E4-F2B1E19AC06D}"/>
              </a:ext>
            </a:extLst>
          </p:cNvPr>
          <p:cNvSpPr/>
          <p:nvPr/>
        </p:nvSpPr>
        <p:spPr>
          <a:xfrm>
            <a:off x="502920" y="9601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700" i="1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7724F5A-97E2-FDB7-A36D-624CE3A3FC29}"/>
              </a:ext>
            </a:extLst>
          </p:cNvPr>
          <p:cNvSpPr/>
          <p:nvPr/>
        </p:nvSpPr>
        <p:spPr>
          <a:xfrm>
            <a:off x="128016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C54C9FF-5E9C-40E5-C22A-578DB43CD76A}"/>
              </a:ext>
            </a:extLst>
          </p:cNvPr>
          <p:cNvSpPr/>
          <p:nvPr/>
        </p:nvSpPr>
        <p:spPr>
          <a:xfrm>
            <a:off x="27432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2800" b="1">
              <a:solidFill>
                <a:srgbClr val="1A56DB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 algn="ctr">
              <a:buNone/>
            </a:pPr>
            <a:endParaRPr lang="en-US" sz="2800" b="1">
              <a:solidFill>
                <a:srgbClr val="1A56DB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 algn="ctr">
              <a:buNone/>
            </a:pPr>
            <a:endParaRPr lang="en-US" sz="2800" b="1">
              <a:solidFill>
                <a:srgbClr val="1A56DB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 algn="ctr">
              <a:buNone/>
            </a:pPr>
            <a:endParaRPr lang="en-US" sz="2800" b="1">
              <a:solidFill>
                <a:srgbClr val="1A56DB"/>
              </a:solidFill>
              <a:latin typeface="Arial Black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2FBDB18-699A-CE32-B335-70BC0ADFA226}"/>
              </a:ext>
            </a:extLst>
          </p:cNvPr>
          <p:cNvSpPr/>
          <p:nvPr/>
        </p:nvSpPr>
        <p:spPr>
          <a:xfrm>
            <a:off x="274320" y="3493008"/>
            <a:ext cx="2743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3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81FC007-78E8-7B97-D3BD-7F9D774590D2}"/>
              </a:ext>
            </a:extLst>
          </p:cNvPr>
          <p:cNvSpPr/>
          <p:nvPr/>
        </p:nvSpPr>
        <p:spPr>
          <a:xfrm>
            <a:off x="384048" y="384048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F485B2B-1652-A894-BBB6-827245D09997}"/>
              </a:ext>
            </a:extLst>
          </p:cNvPr>
          <p:cNvSpPr/>
          <p:nvPr/>
        </p:nvSpPr>
        <p:spPr>
          <a:xfrm>
            <a:off x="3154680" y="3493008"/>
            <a:ext cx="2743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3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DEC8F5D-026F-0AAB-6B62-8EB7DCCBD269}"/>
              </a:ext>
            </a:extLst>
          </p:cNvPr>
          <p:cNvSpPr/>
          <p:nvPr/>
        </p:nvSpPr>
        <p:spPr>
          <a:xfrm>
            <a:off x="3264408" y="3840480"/>
            <a:ext cx="2523744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100">
              <a:solidFill>
                <a:srgbClr val="94A3B8"/>
              </a:solidFill>
              <a:latin typeface="Arial"/>
              <a:cs typeface="Arial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D6DB6E62-5A8F-F60D-C428-51BC3E144818}"/>
              </a:ext>
            </a:extLst>
          </p:cNvPr>
          <p:cNvSpPr/>
          <p:nvPr/>
        </p:nvSpPr>
        <p:spPr>
          <a:xfrm>
            <a:off x="6144768" y="3840480"/>
            <a:ext cx="2523744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100">
              <a:solidFill>
                <a:srgbClr val="94A3B8"/>
              </a:solidFill>
              <a:latin typeface="Arial"/>
              <a:cs typeface="Arial"/>
            </a:endParaRP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01C78AA5-1A57-690C-3838-CA04E156E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809" y="1330167"/>
            <a:ext cx="6548942" cy="314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1527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725C1A-E7AF-F475-04D7-429591591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AF6C4EA-A6D4-4F5A-25D2-C0F8D5B3B111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7102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07ABBCB-4D3E-679C-DECA-B1056AF2B4FD}"/>
              </a:ext>
            </a:extLst>
          </p:cNvPr>
          <p:cNvSpPr/>
          <p:nvPr/>
        </p:nvSpPr>
        <p:spPr>
          <a:xfrm>
            <a:off x="365760" y="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EXCEPTION STRATEGIES 2</a:t>
            </a:r>
            <a:endParaRPr lang="en-US" sz="28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5129E39-3354-0F2D-56DB-94D5C57EDA9B}"/>
              </a:ext>
            </a:extLst>
          </p:cNvPr>
          <p:cNvSpPr/>
          <p:nvPr/>
        </p:nvSpPr>
        <p:spPr>
          <a:xfrm>
            <a:off x="274320" y="960120"/>
            <a:ext cx="73152" cy="100584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AF34BEC-D52F-E915-084C-5C6BE6629965}"/>
              </a:ext>
            </a:extLst>
          </p:cNvPr>
          <p:cNvSpPr/>
          <p:nvPr/>
        </p:nvSpPr>
        <p:spPr>
          <a:xfrm>
            <a:off x="502920" y="9601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700" i="1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19C0D4C-D7A2-71C1-93BD-BB9EF449A916}"/>
              </a:ext>
            </a:extLst>
          </p:cNvPr>
          <p:cNvSpPr/>
          <p:nvPr/>
        </p:nvSpPr>
        <p:spPr>
          <a:xfrm>
            <a:off x="128016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BED1F63-FE10-FB03-7513-8B993770B2DA}"/>
              </a:ext>
            </a:extLst>
          </p:cNvPr>
          <p:cNvSpPr/>
          <p:nvPr/>
        </p:nvSpPr>
        <p:spPr>
          <a:xfrm>
            <a:off x="27432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2800" b="1">
              <a:solidFill>
                <a:srgbClr val="1A56DB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 algn="ctr">
              <a:buNone/>
            </a:pPr>
            <a:endParaRPr lang="en-US" sz="2800" b="1">
              <a:solidFill>
                <a:srgbClr val="1A56DB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 algn="ctr">
              <a:buNone/>
            </a:pPr>
            <a:endParaRPr lang="en-US" sz="2800" b="1">
              <a:solidFill>
                <a:srgbClr val="1A56DB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 algn="ctr">
              <a:buNone/>
            </a:pPr>
            <a:endParaRPr lang="en-US" sz="2800" b="1">
              <a:solidFill>
                <a:srgbClr val="1A56DB"/>
              </a:solidFill>
              <a:latin typeface="Arial Black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37D351C-8AE5-6517-E54C-8439F996D9C7}"/>
              </a:ext>
            </a:extLst>
          </p:cNvPr>
          <p:cNvSpPr/>
          <p:nvPr/>
        </p:nvSpPr>
        <p:spPr>
          <a:xfrm>
            <a:off x="274320" y="3493008"/>
            <a:ext cx="2743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3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DDEF6D5-C075-A840-7835-49F5724D28E2}"/>
              </a:ext>
            </a:extLst>
          </p:cNvPr>
          <p:cNvSpPr/>
          <p:nvPr/>
        </p:nvSpPr>
        <p:spPr>
          <a:xfrm>
            <a:off x="384048" y="384048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FAACD94-132D-6571-2ED3-D4F2391B12AF}"/>
              </a:ext>
            </a:extLst>
          </p:cNvPr>
          <p:cNvSpPr/>
          <p:nvPr/>
        </p:nvSpPr>
        <p:spPr>
          <a:xfrm>
            <a:off x="3154680" y="3493008"/>
            <a:ext cx="2743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3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C948EF9-4BCE-6889-748D-28B11C03F889}"/>
              </a:ext>
            </a:extLst>
          </p:cNvPr>
          <p:cNvSpPr/>
          <p:nvPr/>
        </p:nvSpPr>
        <p:spPr>
          <a:xfrm>
            <a:off x="3264408" y="3840480"/>
            <a:ext cx="2523744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100">
              <a:solidFill>
                <a:srgbClr val="94A3B8"/>
              </a:solidFill>
              <a:latin typeface="Arial"/>
              <a:cs typeface="Arial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AC03C40E-78A7-1522-7B6F-3E9F0F81D268}"/>
              </a:ext>
            </a:extLst>
          </p:cNvPr>
          <p:cNvSpPr/>
          <p:nvPr/>
        </p:nvSpPr>
        <p:spPr>
          <a:xfrm>
            <a:off x="6144768" y="3840480"/>
            <a:ext cx="2523744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100">
              <a:solidFill>
                <a:srgbClr val="94A3B8"/>
              </a:solidFill>
              <a:latin typeface="Arial"/>
              <a:cs typeface="Arial"/>
            </a:endParaRP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0965620E-E59C-BAE6-91AA-B7F87BABF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178" y="1167447"/>
            <a:ext cx="6785643" cy="330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6794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42">
            <a:extLst>
              <a:ext uri="{FF2B5EF4-FFF2-40B4-BE49-F238E27FC236}">
                <a16:creationId xmlns:a16="http://schemas.microsoft.com/office/drawing/2014/main" id="{FD2F6B2C-1E32-2359-E237-65990DD102C5}"/>
              </a:ext>
            </a:extLst>
          </p:cNvPr>
          <p:cNvSpPr/>
          <p:nvPr/>
        </p:nvSpPr>
        <p:spPr>
          <a:xfrm>
            <a:off x="3657341" y="2897010"/>
            <a:ext cx="1865376" cy="438912"/>
          </a:xfrm>
          <a:prstGeom prst="rect">
            <a:avLst/>
          </a:prstGeom>
          <a:solidFill>
            <a:srgbClr val="14254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7102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800" b="1">
                <a:solidFill>
                  <a:srgbClr val="FFFFFF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Planning </a:t>
            </a:r>
            <a:r>
              <a:rPr lang="en-US" sz="2800" b="1">
                <a:solidFill>
                  <a:srgbClr val="FFFFFF"/>
                </a:solidFill>
                <a:latin typeface="Arial Black"/>
              </a:rPr>
              <a:t>&amp; </a:t>
            </a:r>
            <a:r>
              <a:rPr lang="en-US" sz="2800" b="1" err="1">
                <a:solidFill>
                  <a:srgbClr val="FFFFFF"/>
                </a:solidFill>
                <a:latin typeface="Arial Black"/>
              </a:rPr>
              <a:t>realisaties</a:t>
            </a:r>
            <a:r>
              <a:rPr lang="en-US" sz="2800" b="1">
                <a:solidFill>
                  <a:srgbClr val="FFFFFF"/>
                </a:solidFill>
                <a:latin typeface="Arial Black"/>
              </a:rPr>
              <a:t> </a:t>
            </a:r>
            <a:r>
              <a:rPr lang="en-US" sz="2800" b="1" err="1">
                <a:solidFill>
                  <a:srgbClr val="FFFFFF"/>
                </a:solidFill>
                <a:latin typeface="Arial Black"/>
              </a:rPr>
              <a:t>voormiddag</a:t>
            </a:r>
            <a:endParaRPr lang="en-US" sz="2800"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271016" y="877825"/>
            <a:ext cx="2084832" cy="3886200"/>
          </a:xfrm>
          <a:prstGeom prst="rect">
            <a:avLst/>
          </a:prstGeom>
          <a:solidFill>
            <a:srgbClr val="0D1F3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1271016" y="877825"/>
            <a:ext cx="2084832" cy="64008"/>
          </a:xfrm>
          <a:prstGeom prst="rect">
            <a:avLst/>
          </a:prstGeom>
          <a:solidFill>
            <a:srgbClr val="1A56D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039112" y="996697"/>
            <a:ext cx="548640" cy="548640"/>
          </a:xfrm>
          <a:prstGeom prst="ellipse">
            <a:avLst/>
          </a:prstGeom>
          <a:solidFill>
            <a:srgbClr val="1A56D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039112" y="996697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1271016" y="1738741"/>
            <a:ext cx="2084832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100" b="1" kern="0" spc="200">
                <a:solidFill>
                  <a:srgbClr val="1A56DB"/>
                </a:solidFill>
                <a:latin typeface="Arial"/>
                <a:ea typeface="+mn-lt"/>
                <a:cs typeface="Arial"/>
              </a:rPr>
              <a:t>GitHub Repository</a:t>
            </a:r>
            <a:endParaRPr lang="en-US" sz="1100" b="1" kern="0" spc="200">
              <a:solidFill>
                <a:srgbClr val="1A56DB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71016" y="1892809"/>
            <a:ext cx="2084832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3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380744" y="2404873"/>
            <a:ext cx="1865376" cy="438912"/>
          </a:xfrm>
          <a:prstGeom prst="rect">
            <a:avLst/>
          </a:prstGeom>
          <a:solidFill>
            <a:srgbClr val="14254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435608" y="2404873"/>
            <a:ext cx="1755648" cy="4389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>
                <a:solidFill>
                  <a:srgbClr val="FFFFFF"/>
                </a:solidFill>
                <a:latin typeface="Arial"/>
                <a:ea typeface="+mn-lt"/>
                <a:cs typeface="Arial"/>
              </a:rPr>
              <a:t>Repository </a:t>
            </a:r>
            <a:r>
              <a:rPr lang="en-US" sz="1000" err="1">
                <a:solidFill>
                  <a:srgbClr val="FFFFFF"/>
                </a:solidFill>
                <a:latin typeface="Arial"/>
                <a:ea typeface="+mn-lt"/>
                <a:cs typeface="Arial"/>
              </a:rPr>
              <a:t>configuratie</a:t>
            </a:r>
            <a:r>
              <a:rPr lang="en-US" sz="1000">
                <a:solidFill>
                  <a:srgbClr val="FFFFFF"/>
                </a:solidFill>
                <a:latin typeface="Arial"/>
                <a:ea typeface="+mn-lt"/>
                <a:cs typeface="Arial"/>
              </a:rPr>
              <a:t> </a:t>
            </a:r>
            <a:endParaRPr lang="en-US" sz="1000">
              <a:solidFill>
                <a:srgbClr val="FFFFFF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380744" y="2953513"/>
            <a:ext cx="1865376" cy="438912"/>
          </a:xfrm>
          <a:prstGeom prst="rect">
            <a:avLst/>
          </a:prstGeom>
          <a:solidFill>
            <a:srgbClr val="14254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1405128" y="2953513"/>
            <a:ext cx="1755648" cy="4389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 err="1">
                <a:solidFill>
                  <a:srgbClr val="FFFFFF"/>
                </a:solidFill>
                <a:latin typeface="Arial"/>
                <a:ea typeface="+mn-lt"/>
                <a:cs typeface="Arial"/>
              </a:rPr>
              <a:t>Afspraken</a:t>
            </a:r>
            <a:r>
              <a:rPr lang="en-US" sz="1000">
                <a:solidFill>
                  <a:srgbClr val="FFFFFF"/>
                </a:solidFill>
                <a:latin typeface="Arial"/>
                <a:ea typeface="+mn-lt"/>
                <a:cs typeface="Arial"/>
              </a:rPr>
              <a:t> over Pull Requests </a:t>
            </a:r>
            <a:r>
              <a:rPr lang="en-US" sz="1000" err="1">
                <a:solidFill>
                  <a:srgbClr val="FFFFFF"/>
                </a:solidFill>
                <a:latin typeface="Arial"/>
                <a:ea typeface="+mn-lt"/>
                <a:cs typeface="Arial"/>
              </a:rPr>
              <a:t>en</a:t>
            </a:r>
            <a:r>
              <a:rPr lang="en-US" sz="1000">
                <a:solidFill>
                  <a:srgbClr val="FFFFFF"/>
                </a:solidFill>
                <a:latin typeface="Arial"/>
                <a:ea typeface="+mn-lt"/>
                <a:cs typeface="Arial"/>
              </a:rPr>
              <a:t> Code Reviews</a:t>
            </a:r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380744" y="3469804"/>
            <a:ext cx="1865376" cy="438912"/>
          </a:xfrm>
          <a:prstGeom prst="rect">
            <a:avLst/>
          </a:prstGeom>
          <a:solidFill>
            <a:srgbClr val="14254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1436183" y="3242930"/>
            <a:ext cx="2083308" cy="115059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 err="1">
                <a:solidFill>
                  <a:srgbClr val="FFFFFF"/>
                </a:solidFill>
                <a:latin typeface="Arial"/>
                <a:ea typeface="+mn-lt"/>
                <a:cs typeface="Arial"/>
              </a:rPr>
              <a:t>Initialisatie</a:t>
            </a:r>
            <a:r>
              <a:rPr lang="en-US" sz="1000">
                <a:solidFill>
                  <a:srgbClr val="FFFFFF"/>
                </a:solidFill>
                <a:latin typeface="Arial"/>
                <a:ea typeface="+mn-lt"/>
                <a:cs typeface="Arial"/>
              </a:rPr>
              <a:t> van de </a:t>
            </a:r>
            <a:endParaRPr lang="en-US">
              <a:solidFill>
                <a:srgbClr val="000000"/>
              </a:solidFill>
              <a:latin typeface="Calibri" panose="020F0502020204030204"/>
              <a:ea typeface="+mn-lt"/>
              <a:cs typeface="Calibri" panose="020F0502020204030204"/>
            </a:endParaRPr>
          </a:p>
          <a:p>
            <a:r>
              <a:rPr lang="en-US" sz="1000" err="1">
                <a:solidFill>
                  <a:srgbClr val="FFFFFF"/>
                </a:solidFill>
                <a:latin typeface="Arial"/>
                <a:ea typeface="+mn-lt"/>
                <a:cs typeface="Arial"/>
              </a:rPr>
              <a:t>folderstructuur</a:t>
            </a:r>
            <a:r>
              <a:rPr lang="en-US" sz="1000">
                <a:solidFill>
                  <a:srgbClr val="FFFFFF"/>
                </a:solidFill>
                <a:latin typeface="Arial"/>
                <a:ea typeface="+mn-lt"/>
                <a:cs typeface="Arial"/>
              </a:rPr>
              <a:t>.</a:t>
            </a:r>
            <a:br>
              <a:rPr lang="en-US"/>
            </a:br>
            <a:endParaRPr lang="en-US">
              <a:ea typeface="Calibri"/>
              <a:cs typeface="Calibr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435608" y="4050793"/>
            <a:ext cx="1755648" cy="4389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00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493008" y="877825"/>
            <a:ext cx="2084832" cy="3886200"/>
          </a:xfrm>
          <a:prstGeom prst="rect">
            <a:avLst/>
          </a:prstGeom>
          <a:solidFill>
            <a:srgbClr val="0D1F3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493008" y="877825"/>
            <a:ext cx="2084832" cy="6400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261104" y="996697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261104" y="996697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/>
          </a:p>
        </p:txBody>
      </p:sp>
      <p:sp>
        <p:nvSpPr>
          <p:cNvPr id="22" name="Text 20"/>
          <p:cNvSpPr/>
          <p:nvPr/>
        </p:nvSpPr>
        <p:spPr>
          <a:xfrm>
            <a:off x="3493008" y="1738741"/>
            <a:ext cx="2084832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100" b="1" kern="0" spc="200">
                <a:solidFill>
                  <a:srgbClr val="8B5CF6"/>
                </a:solidFill>
                <a:latin typeface="Arial"/>
                <a:ea typeface="+mn-lt"/>
                <a:cs typeface="Arial"/>
              </a:rPr>
              <a:t>Use Cases &amp; </a:t>
            </a:r>
            <a:r>
              <a:rPr lang="en-US" sz="1100" b="1" kern="0" spc="200" err="1">
                <a:solidFill>
                  <a:srgbClr val="8B5CF6"/>
                </a:solidFill>
                <a:latin typeface="Arial"/>
                <a:ea typeface="+mn-lt"/>
                <a:cs typeface="Arial"/>
              </a:rPr>
              <a:t>Analyse</a:t>
            </a:r>
            <a:endParaRPr lang="en-US" err="1"/>
          </a:p>
        </p:txBody>
      </p:sp>
      <p:sp>
        <p:nvSpPr>
          <p:cNvPr id="23" name="Text 21"/>
          <p:cNvSpPr/>
          <p:nvPr/>
        </p:nvSpPr>
        <p:spPr>
          <a:xfrm>
            <a:off x="3493008" y="1892809"/>
            <a:ext cx="2084832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3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602736" y="2404873"/>
            <a:ext cx="1865376" cy="438912"/>
          </a:xfrm>
          <a:prstGeom prst="rect">
            <a:avLst/>
          </a:prstGeom>
          <a:solidFill>
            <a:srgbClr val="14254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657600" y="2404873"/>
            <a:ext cx="1755648" cy="4389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 err="1">
                <a:solidFill>
                  <a:srgbClr val="FFFFFF"/>
                </a:solidFill>
                <a:latin typeface="Arial"/>
                <a:ea typeface="+mn-lt"/>
                <a:cs typeface="Arial"/>
              </a:rPr>
              <a:t>Visuele</a:t>
            </a:r>
            <a:r>
              <a:rPr lang="en-US" sz="1000">
                <a:solidFill>
                  <a:srgbClr val="FFFFFF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000" err="1">
                <a:solidFill>
                  <a:srgbClr val="FFFFFF"/>
                </a:solidFill>
                <a:latin typeface="Arial"/>
                <a:ea typeface="+mn-lt"/>
                <a:cs typeface="Arial"/>
              </a:rPr>
              <a:t>weergave</a:t>
            </a:r>
            <a:r>
              <a:rPr lang="en-US" sz="1000">
                <a:solidFill>
                  <a:srgbClr val="FFFFFF"/>
                </a:solidFill>
                <a:latin typeface="Arial"/>
                <a:ea typeface="+mn-lt"/>
                <a:cs typeface="Arial"/>
              </a:rPr>
              <a:t> use cases </a:t>
            </a:r>
            <a:r>
              <a:rPr lang="en-US" sz="1000" err="1">
                <a:solidFill>
                  <a:srgbClr val="FFFFFF"/>
                </a:solidFill>
                <a:latin typeface="Arial"/>
                <a:ea typeface="+mn-lt"/>
                <a:cs typeface="Arial"/>
              </a:rPr>
              <a:t>gemaakt</a:t>
            </a:r>
            <a:endParaRPr lang="en-US" err="1"/>
          </a:p>
        </p:txBody>
      </p:sp>
      <p:sp>
        <p:nvSpPr>
          <p:cNvPr id="27" name="Text 25"/>
          <p:cNvSpPr/>
          <p:nvPr/>
        </p:nvSpPr>
        <p:spPr>
          <a:xfrm>
            <a:off x="3657600" y="2953513"/>
            <a:ext cx="1755648" cy="4389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00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657600" y="3502153"/>
            <a:ext cx="1755648" cy="4389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00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657600" y="4050793"/>
            <a:ext cx="1755648" cy="4389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00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715000" y="877825"/>
            <a:ext cx="2084832" cy="3886200"/>
          </a:xfrm>
          <a:prstGeom prst="rect">
            <a:avLst/>
          </a:prstGeom>
          <a:solidFill>
            <a:srgbClr val="0D1F3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5715000" y="877825"/>
            <a:ext cx="2084832" cy="6400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6483096" y="996697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6483096" y="996697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/>
          </a:p>
        </p:txBody>
      </p:sp>
      <p:sp>
        <p:nvSpPr>
          <p:cNvPr id="36" name="Text 34"/>
          <p:cNvSpPr/>
          <p:nvPr/>
        </p:nvSpPr>
        <p:spPr>
          <a:xfrm>
            <a:off x="5715000" y="1738741"/>
            <a:ext cx="2084832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100" kern="0" spc="200" err="1">
                <a:solidFill>
                  <a:srgbClr val="22C55E"/>
                </a:solidFill>
                <a:ea typeface="+mn-lt"/>
                <a:cs typeface="+mn-lt"/>
              </a:rPr>
              <a:t>Technisch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715000" y="1892809"/>
            <a:ext cx="2084832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3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5824728" y="2404873"/>
            <a:ext cx="1865376" cy="438912"/>
          </a:xfrm>
          <a:prstGeom prst="rect">
            <a:avLst/>
          </a:prstGeom>
          <a:solidFill>
            <a:srgbClr val="14254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5879592" y="2404873"/>
            <a:ext cx="1755648" cy="4389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endParaRPr lang="en-US" sz="1000">
              <a:solidFill>
                <a:srgbClr val="FFFFFF"/>
              </a:solidFill>
              <a:latin typeface="Arial"/>
              <a:cs typeface="Arial"/>
            </a:endParaRPr>
          </a:p>
          <a:p>
            <a:r>
              <a:rPr lang="en-US" sz="1000" err="1">
                <a:solidFill>
                  <a:srgbClr val="FFFFFF"/>
                </a:solidFill>
                <a:latin typeface="Arial"/>
                <a:cs typeface="Arial"/>
              </a:rPr>
              <a:t>Verslag</a:t>
            </a:r>
            <a:r>
              <a:rPr lang="en-US" sz="10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000" err="1">
                <a:solidFill>
                  <a:srgbClr val="FFFFFF"/>
                </a:solidFill>
                <a:latin typeface="Arial"/>
                <a:cs typeface="Arial"/>
              </a:rPr>
              <a:t>voormiddag</a:t>
            </a:r>
            <a:endParaRPr lang="en-US" sz="1000">
              <a:solidFill>
                <a:srgbClr val="FFFFFF"/>
              </a:solidFill>
              <a:latin typeface="Arial"/>
              <a:cs typeface="Arial"/>
            </a:endParaRPr>
          </a:p>
          <a:p>
            <a:pPr marL="0" indent="0">
              <a:buNone/>
            </a:pPr>
            <a:endParaRPr lang="en-US" sz="100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824728" y="2953513"/>
            <a:ext cx="1865376" cy="438912"/>
          </a:xfrm>
          <a:prstGeom prst="rect">
            <a:avLst/>
          </a:prstGeom>
          <a:solidFill>
            <a:srgbClr val="14254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5879592" y="2953513"/>
            <a:ext cx="1755648" cy="4389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fr-FR" sz="1000">
                <a:solidFill>
                  <a:srgbClr val="FFFFFF"/>
                </a:solidFill>
                <a:latin typeface="Arial"/>
                <a:cs typeface="Arial"/>
              </a:rPr>
              <a:t>Use cases </a:t>
            </a:r>
            <a:r>
              <a:rPr lang="fr-FR" sz="1000" err="1">
                <a:solidFill>
                  <a:srgbClr val="FFFFFF"/>
                </a:solidFill>
                <a:latin typeface="Arial"/>
                <a:cs typeface="Arial"/>
              </a:rPr>
              <a:t>uitgewerkt</a:t>
            </a:r>
            <a:endParaRPr lang="fr-FR" sz="100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5824728" y="3502153"/>
            <a:ext cx="1865376" cy="438912"/>
          </a:xfrm>
          <a:prstGeom prst="rect">
            <a:avLst/>
          </a:prstGeom>
          <a:solidFill>
            <a:srgbClr val="14254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5879592" y="3502153"/>
            <a:ext cx="1755648" cy="4389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err="1">
                <a:solidFill>
                  <a:srgbClr val="FFFFFF"/>
                </a:solidFill>
                <a:latin typeface="Arial"/>
                <a:cs typeface="Arial"/>
              </a:rPr>
              <a:t>Rollenverdeling</a:t>
            </a:r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824728" y="4050793"/>
            <a:ext cx="1865376" cy="438912"/>
          </a:xfrm>
          <a:prstGeom prst="rect">
            <a:avLst/>
          </a:prstGeom>
          <a:solidFill>
            <a:srgbClr val="14254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5879592" y="4050793"/>
            <a:ext cx="1755648" cy="4389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err="1">
                <a:solidFill>
                  <a:srgbClr val="FFFFFF"/>
                </a:solidFill>
                <a:latin typeface="Arial"/>
                <a:cs typeface="Arial"/>
              </a:rPr>
              <a:t>Github</a:t>
            </a:r>
            <a:r>
              <a:rPr lang="en-US" sz="1000">
                <a:solidFill>
                  <a:srgbClr val="FFFFFF"/>
                </a:solidFill>
                <a:latin typeface="Arial"/>
                <a:cs typeface="Arial"/>
              </a:rPr>
              <a:t>, Trello</a:t>
            </a:r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894576" y="1975104"/>
            <a:ext cx="2084832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3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7059168" y="3035808"/>
            <a:ext cx="1755648" cy="4389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00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7059168" y="4133088"/>
            <a:ext cx="1755648" cy="4389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00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62" name="Text 23">
            <a:extLst>
              <a:ext uri="{FF2B5EF4-FFF2-40B4-BE49-F238E27FC236}">
                <a16:creationId xmlns:a16="http://schemas.microsoft.com/office/drawing/2014/main" id="{3732FD40-5AC1-165D-F2D5-7625FBF9C763}"/>
              </a:ext>
            </a:extLst>
          </p:cNvPr>
          <p:cNvSpPr/>
          <p:nvPr/>
        </p:nvSpPr>
        <p:spPr>
          <a:xfrm>
            <a:off x="3937958" y="2685231"/>
            <a:ext cx="1755648" cy="4389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endParaRPr lang="en-US" sz="1000">
              <a:solidFill>
                <a:srgbClr val="FFFFFF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65" name="Shape 12">
            <a:extLst>
              <a:ext uri="{FF2B5EF4-FFF2-40B4-BE49-F238E27FC236}">
                <a16:creationId xmlns:a16="http://schemas.microsoft.com/office/drawing/2014/main" id="{51BF3677-F11F-A450-412E-981126F69608}"/>
              </a:ext>
            </a:extLst>
          </p:cNvPr>
          <p:cNvSpPr/>
          <p:nvPr/>
        </p:nvSpPr>
        <p:spPr>
          <a:xfrm>
            <a:off x="3602046" y="2941436"/>
            <a:ext cx="1865376" cy="438912"/>
          </a:xfrm>
          <a:prstGeom prst="rect">
            <a:avLst/>
          </a:prstGeom>
          <a:solidFill>
            <a:srgbClr val="14254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1" name="Text 23">
            <a:extLst>
              <a:ext uri="{FF2B5EF4-FFF2-40B4-BE49-F238E27FC236}">
                <a16:creationId xmlns:a16="http://schemas.microsoft.com/office/drawing/2014/main" id="{D0E335ED-9D81-3D9A-5CC7-783E11A6BD1F}"/>
              </a:ext>
            </a:extLst>
          </p:cNvPr>
          <p:cNvSpPr/>
          <p:nvPr/>
        </p:nvSpPr>
        <p:spPr>
          <a:xfrm>
            <a:off x="3657600" y="2954807"/>
            <a:ext cx="1755648" cy="4389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>
                <a:solidFill>
                  <a:srgbClr val="FFFFFF"/>
                </a:solidFill>
                <a:ea typeface="+mn-lt"/>
                <a:cs typeface="+mn-lt"/>
              </a:rPr>
              <a:t>2 exceptions uitgewerkt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56D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1285483"/>
            <a:ext cx="8229600" cy="10972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7200" err="1">
                <a:solidFill>
                  <a:srgbClr val="FFFFFF"/>
                </a:solidFill>
                <a:ea typeface="+mn-lt"/>
                <a:cs typeface="+mn-lt"/>
              </a:rPr>
              <a:t>Bedankt</a:t>
            </a:r>
            <a:r>
              <a:rPr lang="en-US" sz="72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7200" err="1">
                <a:solidFill>
                  <a:srgbClr val="FFFFFF"/>
                </a:solidFill>
                <a:ea typeface="+mn-lt"/>
                <a:cs typeface="+mn-lt"/>
              </a:rPr>
              <a:t>voor</a:t>
            </a:r>
            <a:r>
              <a:rPr lang="en-US" sz="72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7200" err="1">
                <a:solidFill>
                  <a:srgbClr val="FFFFFF"/>
                </a:solidFill>
                <a:ea typeface="+mn-lt"/>
                <a:cs typeface="+mn-lt"/>
              </a:rPr>
              <a:t>jullie</a:t>
            </a:r>
            <a:r>
              <a:rPr lang="en-US" sz="72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7200" err="1">
                <a:solidFill>
                  <a:srgbClr val="FFFFFF"/>
                </a:solidFill>
                <a:ea typeface="+mn-lt"/>
                <a:cs typeface="+mn-lt"/>
              </a:rPr>
              <a:t>aandacht</a:t>
            </a:r>
            <a:endParaRPr lang="en-US" err="1">
              <a:ea typeface="+mn-lt"/>
              <a:cs typeface="+mn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3152801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PingFin — Bank Team · Internationale Week 2026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365760" y="367012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Moussa Ismaël  ·  Van Overberge Jordan  ·  Boulehfa Anas  ·  Bentatou Yasmina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A57B287253A249B60160E25ACC3D33" ma:contentTypeVersion="3" ma:contentTypeDescription="Een nieuw document maken." ma:contentTypeScope="" ma:versionID="4914d529af51b3fe8cfc73996b7cca1e">
  <xsd:schema xmlns:xsd="http://www.w3.org/2001/XMLSchema" xmlns:xs="http://www.w3.org/2001/XMLSchema" xmlns:p="http://schemas.microsoft.com/office/2006/metadata/properties" xmlns:ns2="25179321-7a75-458c-8bf9-ca218659a77e" targetNamespace="http://schemas.microsoft.com/office/2006/metadata/properties" ma:root="true" ma:fieldsID="65fec8f5a623a9c59b6958db6878912e" ns2:_="">
    <xsd:import namespace="25179321-7a75-458c-8bf9-ca218659a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179321-7a75-458c-8bf9-ca218659a77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C0936D1-F34B-4E31-B95B-35EF96CF6820}">
  <ds:schemaRefs>
    <ds:schemaRef ds:uri="25179321-7a75-458c-8bf9-ca218659a77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45C914D-8428-452F-B804-6BE27826104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39B4A79-B679-411A-8415-53E2726DB457}">
  <ds:schemaRefs>
    <ds:schemaRef ds:uri="25179321-7a75-458c-8bf9-ca218659a77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14</Slides>
  <Notes>14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PingFin — Bank Team</dc:title>
  <dc:subject>PptxGenJS Presentation</dc:subject>
  <dc:creator>PptxGenJS</dc:creator>
  <cp:revision>1</cp:revision>
  <dcterms:created xsi:type="dcterms:W3CDTF">2026-04-27T09:44:33Z</dcterms:created>
  <dcterms:modified xsi:type="dcterms:W3CDTF">2026-04-27T12:19:08Z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0x01010071A57B287253A249B60160E25ACC3D33</vt:lpwstr>
  </property>
</Properties>
</file>