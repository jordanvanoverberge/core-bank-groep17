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Norwester" charset="1" panose="00000506000000000000"/>
      <p:regular r:id="rId31"/>
    </p:embeddedFont>
    <p:embeddedFont>
      <p:font typeface="Open Sans" charset="1" panose="020B0606030504020204"/>
      <p:regular r:id="rId32"/>
    </p:embeddedFont>
    <p:embeddedFont>
      <p:font typeface="Open Sans Bold" charset="1" panose="020B08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2" Target="../media/image8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8.jpeg" Type="http://schemas.openxmlformats.org/officeDocument/2006/relationships/image"/><Relationship Id="rId3" Target="../media/image29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8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Relationship Id="rId8" Target="../media/image7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996033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60284" y="3386412"/>
            <a:ext cx="7205532" cy="180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15"/>
              </a:lnSpc>
            </a:pPr>
            <a:r>
              <a:rPr lang="en-US" sz="11072" spc="-542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COREBANK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5906" y="2167362"/>
            <a:ext cx="2836188" cy="118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608" spc="-176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PINGFIN 2026</a:t>
            </a:r>
          </a:p>
          <a:p>
            <a:pPr algn="ctr">
              <a:lnSpc>
                <a:spcPts val="476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5921917" y="104801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65081" y="5659333"/>
            <a:ext cx="8357837" cy="32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3"/>
              </a:lnSpc>
            </a:pPr>
            <a:r>
              <a:rPr lang="en-US" sz="18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Anas Boulehfa - Ismaël Moussa - Jordan Van Overberge - Yasmina Bentatou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0973" y="2561885"/>
            <a:ext cx="5980010" cy="6696415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3880" t="0" r="-3388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28545" y="4026260"/>
            <a:ext cx="1102836" cy="755944"/>
          </a:xfrm>
          <a:custGeom>
            <a:avLst/>
            <a:gdLst/>
            <a:ahLst/>
            <a:cxnLst/>
            <a:rect r="r" b="b" t="t" l="l"/>
            <a:pathLst>
              <a:path h="755944" w="1102836">
                <a:moveTo>
                  <a:pt x="0" y="0"/>
                </a:moveTo>
                <a:lnTo>
                  <a:pt x="1102836" y="0"/>
                </a:lnTo>
                <a:lnTo>
                  <a:pt x="1102836" y="755944"/>
                </a:lnTo>
                <a:lnTo>
                  <a:pt x="0" y="7559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28545" y="6059641"/>
            <a:ext cx="978321" cy="721071"/>
          </a:xfrm>
          <a:custGeom>
            <a:avLst/>
            <a:gdLst/>
            <a:ahLst/>
            <a:cxnLst/>
            <a:rect r="r" b="b" t="t" l="l"/>
            <a:pathLst>
              <a:path h="721071" w="978321">
                <a:moveTo>
                  <a:pt x="0" y="0"/>
                </a:moveTo>
                <a:lnTo>
                  <a:pt x="978320" y="0"/>
                </a:lnTo>
                <a:lnTo>
                  <a:pt x="978320" y="721072"/>
                </a:lnTo>
                <a:lnTo>
                  <a:pt x="0" y="7210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669" t="-3641" r="0" b="-364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28545" y="8058150"/>
            <a:ext cx="978321" cy="885825"/>
          </a:xfrm>
          <a:custGeom>
            <a:avLst/>
            <a:gdLst/>
            <a:ahLst/>
            <a:cxnLst/>
            <a:rect r="r" b="b" t="t" l="l"/>
            <a:pathLst>
              <a:path h="885825" w="978321">
                <a:moveTo>
                  <a:pt x="0" y="0"/>
                </a:moveTo>
                <a:lnTo>
                  <a:pt x="978320" y="0"/>
                </a:lnTo>
                <a:lnTo>
                  <a:pt x="978320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01808" y="3961234"/>
            <a:ext cx="966860" cy="885995"/>
          </a:xfrm>
          <a:custGeom>
            <a:avLst/>
            <a:gdLst/>
            <a:ahLst/>
            <a:cxnLst/>
            <a:rect r="r" b="b" t="t" l="l"/>
            <a:pathLst>
              <a:path h="885995" w="966860">
                <a:moveTo>
                  <a:pt x="0" y="0"/>
                </a:moveTo>
                <a:lnTo>
                  <a:pt x="966859" y="0"/>
                </a:lnTo>
                <a:lnTo>
                  <a:pt x="966859" y="885995"/>
                </a:lnTo>
                <a:lnTo>
                  <a:pt x="0" y="88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01808" y="6300226"/>
            <a:ext cx="863166" cy="684256"/>
          </a:xfrm>
          <a:custGeom>
            <a:avLst/>
            <a:gdLst/>
            <a:ahLst/>
            <a:cxnLst/>
            <a:rect r="r" b="b" t="t" l="l"/>
            <a:pathLst>
              <a:path h="684256" w="863166">
                <a:moveTo>
                  <a:pt x="0" y="0"/>
                </a:moveTo>
                <a:lnTo>
                  <a:pt x="863166" y="0"/>
                </a:lnTo>
                <a:lnTo>
                  <a:pt x="863166" y="684255"/>
                </a:lnTo>
                <a:lnTo>
                  <a:pt x="0" y="6842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1676" y="8144726"/>
            <a:ext cx="483430" cy="712673"/>
          </a:xfrm>
          <a:custGeom>
            <a:avLst/>
            <a:gdLst/>
            <a:ahLst/>
            <a:cxnLst/>
            <a:rect r="r" b="b" t="t" l="l"/>
            <a:pathLst>
              <a:path h="712673" w="483430">
                <a:moveTo>
                  <a:pt x="0" y="0"/>
                </a:moveTo>
                <a:lnTo>
                  <a:pt x="483430" y="0"/>
                </a:lnTo>
                <a:lnTo>
                  <a:pt x="483430" y="712673"/>
                </a:lnTo>
                <a:lnTo>
                  <a:pt x="0" y="7126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613237" y="2180500"/>
            <a:ext cx="9144000" cy="260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8"/>
              </a:lnSpc>
            </a:pPr>
            <a:r>
              <a:rPr lang="en-US" sz="7839" spc="-384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WAT KOMT ER AAN BOD?</a:t>
            </a:r>
          </a:p>
          <a:p>
            <a:pPr algn="l">
              <a:lnSpc>
                <a:spcPts val="1034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40973" y="990600"/>
            <a:ext cx="1794990" cy="38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GROEP 17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12506" y="3449166"/>
            <a:ext cx="367457" cy="88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</a:pPr>
            <a:r>
              <a:rPr lang="en-US" sz="25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  <a:p>
            <a:pPr algn="ctr">
              <a:lnSpc>
                <a:spcPts val="354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317705" y="5593912"/>
            <a:ext cx="367457" cy="43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</a:pPr>
            <a:r>
              <a:rPr lang="en-US" sz="25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01433" y="7617228"/>
            <a:ext cx="367457" cy="43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</a:pPr>
            <a:r>
              <a:rPr lang="en-US" sz="25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05501" y="3481352"/>
            <a:ext cx="367457" cy="43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</a:pPr>
            <a:r>
              <a:rPr lang="en-US" sz="25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49662" y="5685707"/>
            <a:ext cx="367457" cy="43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</a:pPr>
            <a:r>
              <a:rPr lang="en-US" sz="25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49662" y="7617228"/>
            <a:ext cx="367457" cy="43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</a:pPr>
            <a:r>
              <a:rPr lang="en-US" sz="25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13237" y="4075368"/>
            <a:ext cx="2935730" cy="70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eam &amp; Rollen </a:t>
            </a:r>
          </a:p>
          <a:p>
            <a:pPr algn="ctr">
              <a:lnSpc>
                <a:spcPts val="2898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931381" y="6091935"/>
            <a:ext cx="2935730" cy="34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lan van aanpak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68890" y="8219933"/>
            <a:ext cx="3602480" cy="70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Archit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ectuur &amp; Database</a:t>
            </a:r>
          </a:p>
          <a:p>
            <a:pPr algn="ctr">
              <a:lnSpc>
                <a:spcPts val="2898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3794206" y="4075368"/>
            <a:ext cx="2935730" cy="70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API-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endpoints &amp; Code</a:t>
            </a:r>
          </a:p>
          <a:p>
            <a:pPr algn="ctr">
              <a:lnSpc>
                <a:spcPts val="2898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3375106" y="6271651"/>
            <a:ext cx="2935730" cy="70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GUI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&amp; Test run</a:t>
            </a:r>
          </a:p>
          <a:p>
            <a:pPr algn="ctr">
              <a:lnSpc>
                <a:spcPts val="289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794206" y="8219933"/>
            <a:ext cx="2935730" cy="10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Proc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&amp; Retrospectief / Demo</a:t>
            </a:r>
          </a:p>
          <a:p>
            <a:pPr algn="ctr">
              <a:lnSpc>
                <a:spcPts val="289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34144" y="1312154"/>
            <a:ext cx="10619712" cy="8781157"/>
          </a:xfrm>
          <a:custGeom>
            <a:avLst/>
            <a:gdLst/>
            <a:ahLst/>
            <a:cxnLst/>
            <a:rect r="r" b="b" t="t" l="l"/>
            <a:pathLst>
              <a:path h="8781157" w="10619712">
                <a:moveTo>
                  <a:pt x="0" y="0"/>
                </a:moveTo>
                <a:lnTo>
                  <a:pt x="10619712" y="0"/>
                </a:lnTo>
                <a:lnTo>
                  <a:pt x="10619712" y="8781157"/>
                </a:lnTo>
                <a:lnTo>
                  <a:pt x="0" y="8781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220952" y="252912"/>
            <a:ext cx="7846095" cy="75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580" spc="-224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PLAN VAN AANPAK / ROLVERDELING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4391" y="549368"/>
            <a:ext cx="3904128" cy="4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1"/>
              </a:lnSpc>
            </a:pPr>
            <a:r>
              <a:rPr lang="en-US" sz="2758" spc="-135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TECHNISCHE STRATEGIE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96634" y="1144359"/>
            <a:ext cx="7694732" cy="8719243"/>
          </a:xfrm>
          <a:custGeom>
            <a:avLst/>
            <a:gdLst/>
            <a:ahLst/>
            <a:cxnLst/>
            <a:rect r="r" b="b" t="t" l="l"/>
            <a:pathLst>
              <a:path h="8719243" w="7694732">
                <a:moveTo>
                  <a:pt x="0" y="0"/>
                </a:moveTo>
                <a:lnTo>
                  <a:pt x="7694732" y="0"/>
                </a:lnTo>
                <a:lnTo>
                  <a:pt x="7694732" y="8719243"/>
                </a:lnTo>
                <a:lnTo>
                  <a:pt x="0" y="871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5940"/>
            <a:ext cx="4033810" cy="75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580" spc="-224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WIREFRAME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2826" y="3052331"/>
            <a:ext cx="6658345" cy="5401582"/>
          </a:xfrm>
          <a:custGeom>
            <a:avLst/>
            <a:gdLst/>
            <a:ahLst/>
            <a:cxnLst/>
            <a:rect r="r" b="b" t="t" l="l"/>
            <a:pathLst>
              <a:path h="5401582" w="6658345">
                <a:moveTo>
                  <a:pt x="0" y="0"/>
                </a:moveTo>
                <a:lnTo>
                  <a:pt x="6658345" y="0"/>
                </a:lnTo>
                <a:lnTo>
                  <a:pt x="6658345" y="5401582"/>
                </a:lnTo>
                <a:lnTo>
                  <a:pt x="0" y="5401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55266" y="548086"/>
            <a:ext cx="2997583" cy="9190828"/>
          </a:xfrm>
          <a:custGeom>
            <a:avLst/>
            <a:gdLst/>
            <a:ahLst/>
            <a:cxnLst/>
            <a:rect r="r" b="b" t="t" l="l"/>
            <a:pathLst>
              <a:path h="9190828" w="2997583">
                <a:moveTo>
                  <a:pt x="0" y="0"/>
                </a:moveTo>
                <a:lnTo>
                  <a:pt x="2997583" y="0"/>
                </a:lnTo>
                <a:lnTo>
                  <a:pt x="2997583" y="9190828"/>
                </a:lnTo>
                <a:lnTo>
                  <a:pt x="0" y="919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75940"/>
            <a:ext cx="7966597" cy="75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580" spc="-224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VISUALISATIE EN PROJECTSTRUCTUUR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38610" y="4093327"/>
            <a:ext cx="5072990" cy="5680735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58982" t="0" r="-5898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479607" y="1028700"/>
            <a:ext cx="4243198" cy="4751533"/>
            <a:chOff x="0" y="0"/>
            <a:chExt cx="6350000" cy="7110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49537" t="0" r="-4953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-5400000">
            <a:off x="9092049" y="7398382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5350" y="3889167"/>
            <a:ext cx="4839993" cy="1301682"/>
          </a:xfrm>
          <a:custGeom>
            <a:avLst/>
            <a:gdLst/>
            <a:ahLst/>
            <a:cxnLst/>
            <a:rect r="r" b="b" t="t" l="l"/>
            <a:pathLst>
              <a:path h="1301682" w="4839993">
                <a:moveTo>
                  <a:pt x="0" y="0"/>
                </a:moveTo>
                <a:lnTo>
                  <a:pt x="4839993" y="0"/>
                </a:lnTo>
                <a:lnTo>
                  <a:pt x="4839993" y="1301682"/>
                </a:lnTo>
                <a:lnTo>
                  <a:pt x="0" y="1301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82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5350" y="5574049"/>
            <a:ext cx="5923821" cy="1339004"/>
          </a:xfrm>
          <a:custGeom>
            <a:avLst/>
            <a:gdLst/>
            <a:ahLst/>
            <a:cxnLst/>
            <a:rect r="r" b="b" t="t" l="l"/>
            <a:pathLst>
              <a:path h="1339004" w="5923821">
                <a:moveTo>
                  <a:pt x="0" y="0"/>
                </a:moveTo>
                <a:lnTo>
                  <a:pt x="5923821" y="0"/>
                </a:lnTo>
                <a:lnTo>
                  <a:pt x="5923821" y="1339004"/>
                </a:lnTo>
                <a:lnTo>
                  <a:pt x="0" y="13390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44464" y="8934956"/>
            <a:ext cx="2544593" cy="969369"/>
          </a:xfrm>
          <a:custGeom>
            <a:avLst/>
            <a:gdLst/>
            <a:ahLst/>
            <a:cxnLst/>
            <a:rect r="r" b="b" t="t" l="l"/>
            <a:pathLst>
              <a:path h="969369" w="2544593">
                <a:moveTo>
                  <a:pt x="0" y="0"/>
                </a:moveTo>
                <a:lnTo>
                  <a:pt x="2544593" y="0"/>
                </a:lnTo>
                <a:lnTo>
                  <a:pt x="2544593" y="969369"/>
                </a:lnTo>
                <a:lnTo>
                  <a:pt x="0" y="9693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5350" y="7296254"/>
            <a:ext cx="7047980" cy="1409596"/>
          </a:xfrm>
          <a:custGeom>
            <a:avLst/>
            <a:gdLst/>
            <a:ahLst/>
            <a:cxnLst/>
            <a:rect r="r" b="b" t="t" l="l"/>
            <a:pathLst>
              <a:path h="1409596" w="7047980">
                <a:moveTo>
                  <a:pt x="0" y="0"/>
                </a:moveTo>
                <a:lnTo>
                  <a:pt x="7047980" y="0"/>
                </a:lnTo>
                <a:lnTo>
                  <a:pt x="7047980" y="1409596"/>
                </a:lnTo>
                <a:lnTo>
                  <a:pt x="0" y="1409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43518" y="7377629"/>
            <a:ext cx="2627485" cy="513868"/>
          </a:xfrm>
          <a:custGeom>
            <a:avLst/>
            <a:gdLst/>
            <a:ahLst/>
            <a:cxnLst/>
            <a:rect r="r" b="b" t="t" l="l"/>
            <a:pathLst>
              <a:path h="513868" w="2627485">
                <a:moveTo>
                  <a:pt x="0" y="0"/>
                </a:moveTo>
                <a:lnTo>
                  <a:pt x="2627485" y="0"/>
                </a:lnTo>
                <a:lnTo>
                  <a:pt x="2627485" y="513867"/>
                </a:lnTo>
                <a:lnTo>
                  <a:pt x="0" y="5138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14832" r="0" b="-41483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04182" y="4540008"/>
            <a:ext cx="929803" cy="316529"/>
          </a:xfrm>
          <a:custGeom>
            <a:avLst/>
            <a:gdLst/>
            <a:ahLst/>
            <a:cxnLst/>
            <a:rect r="r" b="b" t="t" l="l"/>
            <a:pathLst>
              <a:path h="316529" w="929803">
                <a:moveTo>
                  <a:pt x="0" y="0"/>
                </a:moveTo>
                <a:lnTo>
                  <a:pt x="929803" y="0"/>
                </a:lnTo>
                <a:lnTo>
                  <a:pt x="929803" y="316528"/>
                </a:lnTo>
                <a:lnTo>
                  <a:pt x="0" y="3165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95350" y="2623429"/>
            <a:ext cx="7578092" cy="97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0"/>
              </a:lnSpc>
            </a:pPr>
            <a:r>
              <a:rPr lang="en-US" sz="5924" spc="-29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APPLICATIE ARCHITECTUUR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0973" y="990600"/>
            <a:ext cx="1794990" cy="76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COREBANK</a:t>
            </a:r>
          </a:p>
          <a:p>
            <a:pPr algn="l">
              <a:lnSpc>
                <a:spcPts val="301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00695" y="685800"/>
            <a:ext cx="4258605" cy="4768786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49537" t="0" r="-4953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21164" y="685800"/>
            <a:ext cx="4258605" cy="4768786"/>
            <a:chOff x="0" y="0"/>
            <a:chExt cx="6350000" cy="7110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48443" t="0" r="-48443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99511" y="5454586"/>
            <a:ext cx="3798596" cy="2093104"/>
          </a:xfrm>
          <a:custGeom>
            <a:avLst/>
            <a:gdLst/>
            <a:ahLst/>
            <a:cxnLst/>
            <a:rect r="r" b="b" t="t" l="l"/>
            <a:pathLst>
              <a:path h="2093104" w="3798596">
                <a:moveTo>
                  <a:pt x="0" y="0"/>
                </a:moveTo>
                <a:lnTo>
                  <a:pt x="3798596" y="0"/>
                </a:lnTo>
                <a:lnTo>
                  <a:pt x="3798596" y="2093104"/>
                </a:lnTo>
                <a:lnTo>
                  <a:pt x="0" y="2093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29370" y="5454586"/>
            <a:ext cx="3918561" cy="2093104"/>
          </a:xfrm>
          <a:custGeom>
            <a:avLst/>
            <a:gdLst/>
            <a:ahLst/>
            <a:cxnLst/>
            <a:rect r="r" b="b" t="t" l="l"/>
            <a:pathLst>
              <a:path h="2093104" w="3918561">
                <a:moveTo>
                  <a:pt x="0" y="0"/>
                </a:moveTo>
                <a:lnTo>
                  <a:pt x="3918561" y="0"/>
                </a:lnTo>
                <a:lnTo>
                  <a:pt x="3918561" y="2093104"/>
                </a:lnTo>
                <a:lnTo>
                  <a:pt x="0" y="20931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818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79194" y="5454586"/>
            <a:ext cx="3621501" cy="2093104"/>
          </a:xfrm>
          <a:custGeom>
            <a:avLst/>
            <a:gdLst/>
            <a:ahLst/>
            <a:cxnLst/>
            <a:rect r="r" b="b" t="t" l="l"/>
            <a:pathLst>
              <a:path h="2093104" w="3621501">
                <a:moveTo>
                  <a:pt x="0" y="0"/>
                </a:moveTo>
                <a:lnTo>
                  <a:pt x="3621501" y="0"/>
                </a:lnTo>
                <a:lnTo>
                  <a:pt x="3621501" y="2093104"/>
                </a:lnTo>
                <a:lnTo>
                  <a:pt x="0" y="20931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43" t="-1575" r="-3682" b="-157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9511" y="7991354"/>
            <a:ext cx="3798596" cy="2074758"/>
          </a:xfrm>
          <a:custGeom>
            <a:avLst/>
            <a:gdLst/>
            <a:ahLst/>
            <a:cxnLst/>
            <a:rect r="r" b="b" t="t" l="l"/>
            <a:pathLst>
              <a:path h="2074758" w="3798596">
                <a:moveTo>
                  <a:pt x="0" y="0"/>
                </a:moveTo>
                <a:lnTo>
                  <a:pt x="3798596" y="0"/>
                </a:lnTo>
                <a:lnTo>
                  <a:pt x="3798596" y="2074759"/>
                </a:lnTo>
                <a:lnTo>
                  <a:pt x="0" y="207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506" r="0" b="-150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29370" y="7975209"/>
            <a:ext cx="3918561" cy="2107050"/>
          </a:xfrm>
          <a:custGeom>
            <a:avLst/>
            <a:gdLst/>
            <a:ahLst/>
            <a:cxnLst/>
            <a:rect r="r" b="b" t="t" l="l"/>
            <a:pathLst>
              <a:path h="2107050" w="3918561">
                <a:moveTo>
                  <a:pt x="0" y="0"/>
                </a:moveTo>
                <a:lnTo>
                  <a:pt x="3918561" y="0"/>
                </a:lnTo>
                <a:lnTo>
                  <a:pt x="3918561" y="2107050"/>
                </a:lnTo>
                <a:lnTo>
                  <a:pt x="0" y="21070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7" t="-2080" r="0" b="-208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81331" y="7948644"/>
            <a:ext cx="3754851" cy="2160179"/>
          </a:xfrm>
          <a:custGeom>
            <a:avLst/>
            <a:gdLst/>
            <a:ahLst/>
            <a:cxnLst/>
            <a:rect r="r" b="b" t="t" l="l"/>
            <a:pathLst>
              <a:path h="2160179" w="3754851">
                <a:moveTo>
                  <a:pt x="0" y="0"/>
                </a:moveTo>
                <a:lnTo>
                  <a:pt x="3754851" y="0"/>
                </a:lnTo>
                <a:lnTo>
                  <a:pt x="3754851" y="2160179"/>
                </a:lnTo>
                <a:lnTo>
                  <a:pt x="0" y="21601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503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40973" y="2218959"/>
            <a:ext cx="5998414" cy="382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17"/>
              </a:lnSpc>
            </a:pPr>
            <a:r>
              <a:rPr lang="en-US" sz="7664" spc="-37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DATABASE STRUCTUUR</a:t>
            </a:r>
          </a:p>
          <a:p>
            <a:pPr algn="l">
              <a:lnSpc>
                <a:spcPts val="1011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61404" y="1758006"/>
            <a:ext cx="9165192" cy="8317412"/>
          </a:xfrm>
          <a:custGeom>
            <a:avLst/>
            <a:gdLst/>
            <a:ahLst/>
            <a:cxnLst/>
            <a:rect r="r" b="b" t="t" l="l"/>
            <a:pathLst>
              <a:path h="8317412" w="9165192">
                <a:moveTo>
                  <a:pt x="0" y="0"/>
                </a:moveTo>
                <a:lnTo>
                  <a:pt x="9165192" y="0"/>
                </a:lnTo>
                <a:lnTo>
                  <a:pt x="9165192" y="8317412"/>
                </a:lnTo>
                <a:lnTo>
                  <a:pt x="0" y="8317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987124" y="185094"/>
            <a:ext cx="6313751" cy="157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46"/>
              </a:lnSpc>
            </a:pPr>
            <a:r>
              <a:rPr lang="en-US" sz="9580" spc="-46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API ENDPOINTS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6065" y="895382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6"/>
                </a:lnTo>
                <a:lnTo>
                  <a:pt x="0" y="628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06065" y="4226662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6"/>
                </a:lnTo>
                <a:lnTo>
                  <a:pt x="0" y="628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06065" y="3265562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5"/>
                </a:lnTo>
                <a:lnTo>
                  <a:pt x="0" y="62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06065" y="2043568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5"/>
                </a:lnTo>
                <a:lnTo>
                  <a:pt x="0" y="62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8691" y="560732"/>
            <a:ext cx="9789691" cy="4491021"/>
          </a:xfrm>
          <a:custGeom>
            <a:avLst/>
            <a:gdLst/>
            <a:ahLst/>
            <a:cxnLst/>
            <a:rect r="r" b="b" t="t" l="l"/>
            <a:pathLst>
              <a:path h="4491021" w="9789691">
                <a:moveTo>
                  <a:pt x="0" y="0"/>
                </a:moveTo>
                <a:lnTo>
                  <a:pt x="9789691" y="0"/>
                </a:lnTo>
                <a:lnTo>
                  <a:pt x="9789691" y="4491021"/>
                </a:lnTo>
                <a:lnTo>
                  <a:pt x="0" y="4491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8691" y="5096625"/>
            <a:ext cx="9789691" cy="2875722"/>
          </a:xfrm>
          <a:custGeom>
            <a:avLst/>
            <a:gdLst/>
            <a:ahLst/>
            <a:cxnLst/>
            <a:rect r="r" b="b" t="t" l="l"/>
            <a:pathLst>
              <a:path h="2875722" w="9789691">
                <a:moveTo>
                  <a:pt x="0" y="0"/>
                </a:moveTo>
                <a:lnTo>
                  <a:pt x="9789691" y="0"/>
                </a:lnTo>
                <a:lnTo>
                  <a:pt x="9789691" y="2875722"/>
                </a:lnTo>
                <a:lnTo>
                  <a:pt x="0" y="28757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326826"/>
            <a:ext cx="9428679" cy="219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1"/>
              </a:lnSpc>
            </a:pPr>
            <a:r>
              <a:rPr lang="en-US" sz="6622" spc="-324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CODE HIGHLIGHT — VALIDATIE</a:t>
            </a:r>
          </a:p>
          <a:p>
            <a:pPr algn="l">
              <a:lnSpc>
                <a:spcPts val="874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978766" y="1000125"/>
            <a:ext cx="6280534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 codes geïmplementeerd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8766" y="2195118"/>
            <a:ext cx="6796226" cy="92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 worden eerst zelf verwerkt voor dat ze naar de CB worden gestuurd</a:t>
            </a:r>
          </a:p>
          <a:p>
            <a:pPr algn="l">
              <a:lnSpc>
                <a:spcPts val="25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978766" y="3329788"/>
            <a:ext cx="6280534" cy="61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Errors worden gelogd in LOG-tabel</a:t>
            </a:r>
          </a:p>
          <a:p>
            <a:pPr algn="l">
              <a:lnSpc>
                <a:spcPts val="25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978766" y="4244014"/>
            <a:ext cx="7094785" cy="61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Gestandaardiseerde response: ok, status, code, message, data</a:t>
            </a:r>
          </a:p>
          <a:p>
            <a:pPr algn="l">
              <a:lnSpc>
                <a:spcPts val="254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6065" y="895382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6"/>
                </a:lnTo>
                <a:lnTo>
                  <a:pt x="0" y="628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06065" y="5555652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6"/>
                </a:lnTo>
                <a:lnTo>
                  <a:pt x="0" y="628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06065" y="4457058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5"/>
                </a:lnTo>
                <a:lnTo>
                  <a:pt x="0" y="62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06065" y="3410962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5"/>
                </a:lnTo>
                <a:lnTo>
                  <a:pt x="0" y="62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06065" y="2043568"/>
            <a:ext cx="221294" cy="628476"/>
          </a:xfrm>
          <a:custGeom>
            <a:avLst/>
            <a:gdLst/>
            <a:ahLst/>
            <a:cxnLst/>
            <a:rect r="r" b="b" t="t" l="l"/>
            <a:pathLst>
              <a:path h="628476" w="221294">
                <a:moveTo>
                  <a:pt x="0" y="0"/>
                </a:moveTo>
                <a:lnTo>
                  <a:pt x="221294" y="0"/>
                </a:lnTo>
                <a:lnTo>
                  <a:pt x="221294" y="628475"/>
                </a:lnTo>
                <a:lnTo>
                  <a:pt x="0" y="62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8196" y="1933453"/>
            <a:ext cx="10099183" cy="4935976"/>
          </a:xfrm>
          <a:custGeom>
            <a:avLst/>
            <a:gdLst/>
            <a:ahLst/>
            <a:cxnLst/>
            <a:rect r="r" b="b" t="t" l="l"/>
            <a:pathLst>
              <a:path h="4935976" w="10099183">
                <a:moveTo>
                  <a:pt x="0" y="0"/>
                </a:moveTo>
                <a:lnTo>
                  <a:pt x="10099183" y="0"/>
                </a:lnTo>
                <a:lnTo>
                  <a:pt x="10099183" y="4935976"/>
                </a:lnTo>
                <a:lnTo>
                  <a:pt x="0" y="4935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326826"/>
            <a:ext cx="9428679" cy="219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1"/>
              </a:lnSpc>
            </a:pPr>
            <a:r>
              <a:rPr lang="en-US" sz="6622" spc="-324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CODE HIGHLIGHT — VALIDATIE</a:t>
            </a:r>
          </a:p>
          <a:p>
            <a:pPr algn="l">
              <a:lnSpc>
                <a:spcPts val="874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978766" y="1000125"/>
            <a:ext cx="6491799" cy="61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Interne PO (bb_id = eigen BIC) → direct boeking, code 4001</a:t>
            </a:r>
          </a:p>
          <a:p>
            <a:pPr algn="l">
              <a:lnSpc>
                <a:spcPts val="25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978766" y="2195118"/>
            <a:ext cx="7094785" cy="61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Externe PO → CB API call (POST /api/v2/po_in)</a:t>
            </a:r>
          </a:p>
          <a:p>
            <a:pPr algn="l">
              <a:lnSpc>
                <a:spcPts val="25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978766" y="3474465"/>
            <a:ext cx="6280534" cy="61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po_id begint altijd met eigen BIC — uniek over het netwerk</a:t>
            </a:r>
          </a:p>
          <a:p>
            <a:pPr algn="l">
              <a:lnSpc>
                <a:spcPts val="25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978766" y="4474496"/>
            <a:ext cx="6999789" cy="92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Timeout-check: pending TXs &gt; 5 min worden gemarkeerd als invalid</a:t>
            </a:r>
          </a:p>
          <a:p>
            <a:pPr algn="l">
              <a:lnSpc>
                <a:spcPts val="25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978766" y="5545770"/>
            <a:ext cx="7094785" cy="92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melding systeem bij inkomende PO's en ACK's als auto-pilot aan staat</a:t>
            </a:r>
          </a:p>
          <a:p>
            <a:pPr algn="l">
              <a:lnSpc>
                <a:spcPts val="25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87506" y="2394048"/>
            <a:ext cx="2439179" cy="1684613"/>
          </a:xfrm>
          <a:custGeom>
            <a:avLst/>
            <a:gdLst/>
            <a:ahLst/>
            <a:cxnLst/>
            <a:rect r="r" b="b" t="t" l="l"/>
            <a:pathLst>
              <a:path h="1684613" w="2439179">
                <a:moveTo>
                  <a:pt x="0" y="0"/>
                </a:moveTo>
                <a:lnTo>
                  <a:pt x="2439179" y="0"/>
                </a:lnTo>
                <a:lnTo>
                  <a:pt x="2439179" y="1684612"/>
                </a:lnTo>
                <a:lnTo>
                  <a:pt x="0" y="1684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11589" y="2394180"/>
            <a:ext cx="2682298" cy="1800836"/>
          </a:xfrm>
          <a:custGeom>
            <a:avLst/>
            <a:gdLst/>
            <a:ahLst/>
            <a:cxnLst/>
            <a:rect r="r" b="b" t="t" l="l"/>
            <a:pathLst>
              <a:path h="1800836" w="2682298">
                <a:moveTo>
                  <a:pt x="0" y="0"/>
                </a:moveTo>
                <a:lnTo>
                  <a:pt x="2682298" y="0"/>
                </a:lnTo>
                <a:lnTo>
                  <a:pt x="2682298" y="1800837"/>
                </a:lnTo>
                <a:lnTo>
                  <a:pt x="0" y="1800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78792" y="2394180"/>
            <a:ext cx="2682298" cy="1800704"/>
          </a:xfrm>
          <a:custGeom>
            <a:avLst/>
            <a:gdLst/>
            <a:ahLst/>
            <a:cxnLst/>
            <a:rect r="r" b="b" t="t" l="l"/>
            <a:pathLst>
              <a:path h="1800704" w="2682298">
                <a:moveTo>
                  <a:pt x="0" y="0"/>
                </a:moveTo>
                <a:lnTo>
                  <a:pt x="2682298" y="0"/>
                </a:lnTo>
                <a:lnTo>
                  <a:pt x="2682298" y="1800704"/>
                </a:lnTo>
                <a:lnTo>
                  <a:pt x="0" y="18007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9495" y="4676738"/>
            <a:ext cx="7842913" cy="1613976"/>
          </a:xfrm>
          <a:custGeom>
            <a:avLst/>
            <a:gdLst/>
            <a:ahLst/>
            <a:cxnLst/>
            <a:rect r="r" b="b" t="t" l="l"/>
            <a:pathLst>
              <a:path h="1613976" w="7842913">
                <a:moveTo>
                  <a:pt x="0" y="0"/>
                </a:moveTo>
                <a:lnTo>
                  <a:pt x="7842913" y="0"/>
                </a:lnTo>
                <a:lnTo>
                  <a:pt x="7842913" y="1613975"/>
                </a:lnTo>
                <a:lnTo>
                  <a:pt x="0" y="1613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9495" y="6776488"/>
            <a:ext cx="6970203" cy="1611771"/>
          </a:xfrm>
          <a:custGeom>
            <a:avLst/>
            <a:gdLst/>
            <a:ahLst/>
            <a:cxnLst/>
            <a:rect r="r" b="b" t="t" l="l"/>
            <a:pathLst>
              <a:path h="1611771" w="6970203">
                <a:moveTo>
                  <a:pt x="0" y="0"/>
                </a:moveTo>
                <a:lnTo>
                  <a:pt x="6970203" y="0"/>
                </a:lnTo>
                <a:lnTo>
                  <a:pt x="6970203" y="1611771"/>
                </a:lnTo>
                <a:lnTo>
                  <a:pt x="0" y="16117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23446" y="4676738"/>
            <a:ext cx="8033551" cy="1441919"/>
          </a:xfrm>
          <a:custGeom>
            <a:avLst/>
            <a:gdLst/>
            <a:ahLst/>
            <a:cxnLst/>
            <a:rect r="r" b="b" t="t" l="l"/>
            <a:pathLst>
              <a:path h="1441919" w="8033551">
                <a:moveTo>
                  <a:pt x="0" y="0"/>
                </a:moveTo>
                <a:lnTo>
                  <a:pt x="8033551" y="0"/>
                </a:lnTo>
                <a:lnTo>
                  <a:pt x="8033551" y="1441919"/>
                </a:lnTo>
                <a:lnTo>
                  <a:pt x="0" y="144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02408" y="6948473"/>
            <a:ext cx="8325865" cy="1267802"/>
          </a:xfrm>
          <a:custGeom>
            <a:avLst/>
            <a:gdLst/>
            <a:ahLst/>
            <a:cxnLst/>
            <a:rect r="r" b="b" t="t" l="l"/>
            <a:pathLst>
              <a:path h="1267802" w="8325865">
                <a:moveTo>
                  <a:pt x="0" y="0"/>
                </a:moveTo>
                <a:lnTo>
                  <a:pt x="8325865" y="0"/>
                </a:lnTo>
                <a:lnTo>
                  <a:pt x="8325865" y="1267802"/>
                </a:lnTo>
                <a:lnTo>
                  <a:pt x="0" y="12678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87506" y="591075"/>
            <a:ext cx="11512988" cy="264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05"/>
              </a:lnSpc>
            </a:pPr>
            <a:r>
              <a:rPr lang="en-US" sz="8110" spc="-397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TEST RESULTATEN — DAG 3</a:t>
            </a:r>
          </a:p>
          <a:p>
            <a:pPr algn="l">
              <a:lnSpc>
                <a:spcPts val="1034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8023" y="2307897"/>
            <a:ext cx="4006576" cy="4974151"/>
          </a:xfrm>
          <a:custGeom>
            <a:avLst/>
            <a:gdLst/>
            <a:ahLst/>
            <a:cxnLst/>
            <a:rect r="r" b="b" t="t" l="l"/>
            <a:pathLst>
              <a:path h="4974151" w="4006576">
                <a:moveTo>
                  <a:pt x="0" y="0"/>
                </a:moveTo>
                <a:lnTo>
                  <a:pt x="4006576" y="0"/>
                </a:lnTo>
                <a:lnTo>
                  <a:pt x="4006576" y="4974151"/>
                </a:lnTo>
                <a:lnTo>
                  <a:pt x="0" y="4974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1923" y="2307897"/>
            <a:ext cx="4006576" cy="4974151"/>
          </a:xfrm>
          <a:custGeom>
            <a:avLst/>
            <a:gdLst/>
            <a:ahLst/>
            <a:cxnLst/>
            <a:rect r="r" b="b" t="t" l="l"/>
            <a:pathLst>
              <a:path h="4974151" w="4006576">
                <a:moveTo>
                  <a:pt x="0" y="0"/>
                </a:moveTo>
                <a:lnTo>
                  <a:pt x="4006576" y="0"/>
                </a:lnTo>
                <a:lnTo>
                  <a:pt x="4006576" y="4974151"/>
                </a:lnTo>
                <a:lnTo>
                  <a:pt x="0" y="4974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64" t="0" r="-126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62374" y="2307897"/>
            <a:ext cx="3960397" cy="4974151"/>
          </a:xfrm>
          <a:custGeom>
            <a:avLst/>
            <a:gdLst/>
            <a:ahLst/>
            <a:cxnLst/>
            <a:rect r="r" b="b" t="t" l="l"/>
            <a:pathLst>
              <a:path h="4974151" w="3960397">
                <a:moveTo>
                  <a:pt x="0" y="0"/>
                </a:moveTo>
                <a:lnTo>
                  <a:pt x="3960397" y="0"/>
                </a:lnTo>
                <a:lnTo>
                  <a:pt x="3960397" y="4974151"/>
                </a:lnTo>
                <a:lnTo>
                  <a:pt x="0" y="4974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46646" y="2365229"/>
            <a:ext cx="3960397" cy="4916820"/>
          </a:xfrm>
          <a:custGeom>
            <a:avLst/>
            <a:gdLst/>
            <a:ahLst/>
            <a:cxnLst/>
            <a:rect r="r" b="b" t="t" l="l"/>
            <a:pathLst>
              <a:path h="4916820" w="3960397">
                <a:moveTo>
                  <a:pt x="0" y="0"/>
                </a:moveTo>
                <a:lnTo>
                  <a:pt x="3960398" y="0"/>
                </a:lnTo>
                <a:lnTo>
                  <a:pt x="3960398" y="4916819"/>
                </a:lnTo>
                <a:lnTo>
                  <a:pt x="0" y="4916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30981" y="4190741"/>
            <a:ext cx="2401433" cy="2827172"/>
          </a:xfrm>
          <a:custGeom>
            <a:avLst/>
            <a:gdLst/>
            <a:ahLst/>
            <a:cxnLst/>
            <a:rect r="r" b="b" t="t" l="l"/>
            <a:pathLst>
              <a:path h="2827172" w="2401433">
                <a:moveTo>
                  <a:pt x="0" y="0"/>
                </a:moveTo>
                <a:lnTo>
                  <a:pt x="2401433" y="0"/>
                </a:lnTo>
                <a:lnTo>
                  <a:pt x="2401433" y="2827172"/>
                </a:lnTo>
                <a:lnTo>
                  <a:pt x="0" y="28271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074" t="-11578" r="-5342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16981" y="4472132"/>
            <a:ext cx="1636460" cy="1342736"/>
          </a:xfrm>
          <a:custGeom>
            <a:avLst/>
            <a:gdLst/>
            <a:ahLst/>
            <a:cxnLst/>
            <a:rect r="r" b="b" t="t" l="l"/>
            <a:pathLst>
              <a:path h="1342736" w="1636460">
                <a:moveTo>
                  <a:pt x="0" y="0"/>
                </a:moveTo>
                <a:lnTo>
                  <a:pt x="1636460" y="0"/>
                </a:lnTo>
                <a:lnTo>
                  <a:pt x="1636460" y="1342736"/>
                </a:lnTo>
                <a:lnTo>
                  <a:pt x="0" y="1342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23699" y="591075"/>
            <a:ext cx="11818236" cy="228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PROCES — TOOLS &amp; SAMENWERKING</a:t>
            </a:r>
          </a:p>
          <a:p>
            <a:pPr algn="l">
              <a:lnSpc>
                <a:spcPts val="89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6590" y="1590795"/>
            <a:ext cx="16054821" cy="7906999"/>
          </a:xfrm>
          <a:custGeom>
            <a:avLst/>
            <a:gdLst/>
            <a:ahLst/>
            <a:cxnLst/>
            <a:rect r="r" b="b" t="t" l="l"/>
            <a:pathLst>
              <a:path h="7906999" w="16054821">
                <a:moveTo>
                  <a:pt x="0" y="0"/>
                </a:moveTo>
                <a:lnTo>
                  <a:pt x="16054820" y="0"/>
                </a:lnTo>
                <a:lnTo>
                  <a:pt x="16054820" y="7907000"/>
                </a:lnTo>
                <a:lnTo>
                  <a:pt x="0" y="790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4882" y="228000"/>
            <a:ext cx="11818236" cy="1151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GITHUB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6296" y="1780098"/>
            <a:ext cx="16055408" cy="7505903"/>
          </a:xfrm>
          <a:custGeom>
            <a:avLst/>
            <a:gdLst/>
            <a:ahLst/>
            <a:cxnLst/>
            <a:rect r="r" b="b" t="t" l="l"/>
            <a:pathLst>
              <a:path h="7505903" w="16055408">
                <a:moveTo>
                  <a:pt x="0" y="0"/>
                </a:moveTo>
                <a:lnTo>
                  <a:pt x="16055408" y="0"/>
                </a:lnTo>
                <a:lnTo>
                  <a:pt x="16055408" y="7505903"/>
                </a:lnTo>
                <a:lnTo>
                  <a:pt x="0" y="7505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6191D1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4882" y="243128"/>
            <a:ext cx="11818236" cy="231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TRELLO</a:t>
            </a:r>
          </a:p>
          <a:p>
            <a:pPr algn="ctr">
              <a:lnSpc>
                <a:spcPts val="920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3328" y="1795226"/>
            <a:ext cx="14901343" cy="8009472"/>
          </a:xfrm>
          <a:custGeom>
            <a:avLst/>
            <a:gdLst/>
            <a:ahLst/>
            <a:cxnLst/>
            <a:rect r="r" b="b" t="t" l="l"/>
            <a:pathLst>
              <a:path h="8009472" w="14901343">
                <a:moveTo>
                  <a:pt x="0" y="0"/>
                </a:moveTo>
                <a:lnTo>
                  <a:pt x="14901344" y="0"/>
                </a:lnTo>
                <a:lnTo>
                  <a:pt x="14901344" y="8009472"/>
                </a:lnTo>
                <a:lnTo>
                  <a:pt x="0" y="8009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4882" y="591075"/>
            <a:ext cx="11818236" cy="231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POSTMAN </a:t>
            </a:r>
          </a:p>
          <a:p>
            <a:pPr algn="ctr">
              <a:lnSpc>
                <a:spcPts val="9206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33681" y="1998192"/>
            <a:ext cx="12420637" cy="7731847"/>
          </a:xfrm>
          <a:custGeom>
            <a:avLst/>
            <a:gdLst/>
            <a:ahLst/>
            <a:cxnLst/>
            <a:rect r="r" b="b" t="t" l="l"/>
            <a:pathLst>
              <a:path h="7731847" w="12420637">
                <a:moveTo>
                  <a:pt x="0" y="0"/>
                </a:moveTo>
                <a:lnTo>
                  <a:pt x="12420638" y="0"/>
                </a:lnTo>
                <a:lnTo>
                  <a:pt x="12420638" y="7731847"/>
                </a:lnTo>
                <a:lnTo>
                  <a:pt x="0" y="7731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4882" y="591075"/>
            <a:ext cx="11818236" cy="231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THUNDER CLIENT</a:t>
            </a:r>
          </a:p>
          <a:p>
            <a:pPr algn="ctr">
              <a:lnSpc>
                <a:spcPts val="9206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4763" y="1742077"/>
            <a:ext cx="5864708" cy="8061455"/>
          </a:xfrm>
          <a:custGeom>
            <a:avLst/>
            <a:gdLst/>
            <a:ahLst/>
            <a:cxnLst/>
            <a:rect r="r" b="b" t="t" l="l"/>
            <a:pathLst>
              <a:path h="8061455" w="5864708">
                <a:moveTo>
                  <a:pt x="0" y="0"/>
                </a:moveTo>
                <a:lnTo>
                  <a:pt x="5864708" y="0"/>
                </a:lnTo>
                <a:lnTo>
                  <a:pt x="5864708" y="8061454"/>
                </a:lnTo>
                <a:lnTo>
                  <a:pt x="0" y="8061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50196" y="2027417"/>
            <a:ext cx="6599274" cy="7490774"/>
          </a:xfrm>
          <a:custGeom>
            <a:avLst/>
            <a:gdLst/>
            <a:ahLst/>
            <a:cxnLst/>
            <a:rect r="r" b="b" t="t" l="l"/>
            <a:pathLst>
              <a:path h="7490774" w="6599274">
                <a:moveTo>
                  <a:pt x="0" y="0"/>
                </a:moveTo>
                <a:lnTo>
                  <a:pt x="6599275" y="0"/>
                </a:lnTo>
                <a:lnTo>
                  <a:pt x="6599275" y="7490774"/>
                </a:lnTo>
                <a:lnTo>
                  <a:pt x="0" y="7490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234882" y="303641"/>
            <a:ext cx="11818236" cy="1151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PLAN - VS CODE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9291" y="2885256"/>
            <a:ext cx="8257023" cy="5139997"/>
          </a:xfrm>
          <a:custGeom>
            <a:avLst/>
            <a:gdLst/>
            <a:ahLst/>
            <a:cxnLst/>
            <a:rect r="r" b="b" t="t" l="l"/>
            <a:pathLst>
              <a:path h="5139997" w="8257023">
                <a:moveTo>
                  <a:pt x="0" y="0"/>
                </a:moveTo>
                <a:lnTo>
                  <a:pt x="8257024" y="0"/>
                </a:lnTo>
                <a:lnTo>
                  <a:pt x="8257024" y="5139998"/>
                </a:lnTo>
                <a:lnTo>
                  <a:pt x="0" y="513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6191D1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236510"/>
            <a:ext cx="8637448" cy="4437489"/>
          </a:xfrm>
          <a:custGeom>
            <a:avLst/>
            <a:gdLst/>
            <a:ahLst/>
            <a:cxnLst/>
            <a:rect r="r" b="b" t="t" l="l"/>
            <a:pathLst>
              <a:path h="4437489" w="8637448">
                <a:moveTo>
                  <a:pt x="0" y="0"/>
                </a:moveTo>
                <a:lnTo>
                  <a:pt x="8637448" y="0"/>
                </a:lnTo>
                <a:lnTo>
                  <a:pt x="8637448" y="4437490"/>
                </a:lnTo>
                <a:lnTo>
                  <a:pt x="0" y="4437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234882" y="591075"/>
            <a:ext cx="11818236" cy="1151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VS CODE AGENT GEBRUIK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20368" y="3212986"/>
            <a:ext cx="14647263" cy="4705433"/>
          </a:xfrm>
          <a:custGeom>
            <a:avLst/>
            <a:gdLst/>
            <a:ahLst/>
            <a:cxnLst/>
            <a:rect r="r" b="b" t="t" l="l"/>
            <a:pathLst>
              <a:path h="4705433" w="14647263">
                <a:moveTo>
                  <a:pt x="0" y="0"/>
                </a:moveTo>
                <a:lnTo>
                  <a:pt x="14647264" y="0"/>
                </a:lnTo>
                <a:lnTo>
                  <a:pt x="14647264" y="4705434"/>
                </a:lnTo>
                <a:lnTo>
                  <a:pt x="0" y="4705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4882" y="591075"/>
            <a:ext cx="11818236" cy="115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DOCKER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91429" y="1916066"/>
            <a:ext cx="10505142" cy="7760673"/>
          </a:xfrm>
          <a:custGeom>
            <a:avLst/>
            <a:gdLst/>
            <a:ahLst/>
            <a:cxnLst/>
            <a:rect r="r" b="b" t="t" l="l"/>
            <a:pathLst>
              <a:path h="7760673" w="10505142">
                <a:moveTo>
                  <a:pt x="0" y="0"/>
                </a:moveTo>
                <a:lnTo>
                  <a:pt x="10505142" y="0"/>
                </a:lnTo>
                <a:lnTo>
                  <a:pt x="10505142" y="7760674"/>
                </a:lnTo>
                <a:lnTo>
                  <a:pt x="0" y="7760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E5693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34882" y="303641"/>
            <a:ext cx="11818236" cy="115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6974" spc="-3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DEPLOYMENT APP VIA RAILWAY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04923" y="4315283"/>
            <a:ext cx="22099554" cy="154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9"/>
              </a:lnSpc>
            </a:pPr>
            <a:r>
              <a:rPr lang="en-US" sz="9378" spc="-45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DEMO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4989" y="2149761"/>
            <a:ext cx="8163261" cy="7620852"/>
          </a:xfrm>
          <a:custGeom>
            <a:avLst/>
            <a:gdLst/>
            <a:ahLst/>
            <a:cxnLst/>
            <a:rect r="r" b="b" t="t" l="l"/>
            <a:pathLst>
              <a:path h="7620852" w="8163261">
                <a:moveTo>
                  <a:pt x="0" y="0"/>
                </a:moveTo>
                <a:lnTo>
                  <a:pt x="8163261" y="0"/>
                </a:lnTo>
                <a:lnTo>
                  <a:pt x="8163261" y="7620852"/>
                </a:lnTo>
                <a:lnTo>
                  <a:pt x="0" y="7620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38939" y="2149761"/>
            <a:ext cx="8163261" cy="7595617"/>
          </a:xfrm>
          <a:custGeom>
            <a:avLst/>
            <a:gdLst/>
            <a:ahLst/>
            <a:cxnLst/>
            <a:rect r="r" b="b" t="t" l="l"/>
            <a:pathLst>
              <a:path h="7595617" w="8163261">
                <a:moveTo>
                  <a:pt x="0" y="0"/>
                </a:moveTo>
                <a:lnTo>
                  <a:pt x="8163261" y="0"/>
                </a:lnTo>
                <a:lnTo>
                  <a:pt x="8163261" y="7595617"/>
                </a:lnTo>
                <a:lnTo>
                  <a:pt x="0" y="7595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83564" y="619650"/>
            <a:ext cx="12520871" cy="173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4"/>
              </a:lnSpc>
            </a:pPr>
            <a:r>
              <a:rPr lang="en-US" sz="5313" spc="-26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RETROSPECTIEF — WAT GING GOED / MINDER GOED</a:t>
            </a:r>
          </a:p>
          <a:p>
            <a:pPr algn="l">
              <a:lnSpc>
                <a:spcPts val="6780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357056"/>
            <a:ext cx="6831970" cy="1917545"/>
          </a:xfrm>
          <a:custGeom>
            <a:avLst/>
            <a:gdLst/>
            <a:ahLst/>
            <a:cxnLst/>
            <a:rect r="r" b="b" t="t" l="l"/>
            <a:pathLst>
              <a:path h="1917545" w="6831970">
                <a:moveTo>
                  <a:pt x="0" y="0"/>
                </a:moveTo>
                <a:lnTo>
                  <a:pt x="6831970" y="0"/>
                </a:lnTo>
                <a:lnTo>
                  <a:pt x="6831970" y="1917545"/>
                </a:lnTo>
                <a:lnTo>
                  <a:pt x="0" y="1917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654384"/>
            <a:ext cx="6831970" cy="2108656"/>
          </a:xfrm>
          <a:custGeom>
            <a:avLst/>
            <a:gdLst/>
            <a:ahLst/>
            <a:cxnLst/>
            <a:rect r="r" b="b" t="t" l="l"/>
            <a:pathLst>
              <a:path h="2108656" w="6831970">
                <a:moveTo>
                  <a:pt x="0" y="0"/>
                </a:moveTo>
                <a:lnTo>
                  <a:pt x="6831970" y="0"/>
                </a:lnTo>
                <a:lnTo>
                  <a:pt x="6831970" y="2108655"/>
                </a:lnTo>
                <a:lnTo>
                  <a:pt x="0" y="2108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02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144039"/>
            <a:ext cx="6831970" cy="1938802"/>
          </a:xfrm>
          <a:custGeom>
            <a:avLst/>
            <a:gdLst/>
            <a:ahLst/>
            <a:cxnLst/>
            <a:rect r="r" b="b" t="t" l="l"/>
            <a:pathLst>
              <a:path h="1938802" w="6831970">
                <a:moveTo>
                  <a:pt x="0" y="0"/>
                </a:moveTo>
                <a:lnTo>
                  <a:pt x="6831970" y="0"/>
                </a:lnTo>
                <a:lnTo>
                  <a:pt x="6831970" y="1938803"/>
                </a:lnTo>
                <a:lnTo>
                  <a:pt x="0" y="1938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10700" y="2357056"/>
            <a:ext cx="6831970" cy="1917545"/>
          </a:xfrm>
          <a:custGeom>
            <a:avLst/>
            <a:gdLst/>
            <a:ahLst/>
            <a:cxnLst/>
            <a:rect r="r" b="b" t="t" l="l"/>
            <a:pathLst>
              <a:path h="1917545" w="6831970">
                <a:moveTo>
                  <a:pt x="0" y="0"/>
                </a:moveTo>
                <a:lnTo>
                  <a:pt x="6831970" y="0"/>
                </a:lnTo>
                <a:lnTo>
                  <a:pt x="6831970" y="1917545"/>
                </a:lnTo>
                <a:lnTo>
                  <a:pt x="0" y="19175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06" r="-5193" b="-130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10700" y="4654384"/>
            <a:ext cx="6831970" cy="2059333"/>
          </a:xfrm>
          <a:custGeom>
            <a:avLst/>
            <a:gdLst/>
            <a:ahLst/>
            <a:cxnLst/>
            <a:rect r="r" b="b" t="t" l="l"/>
            <a:pathLst>
              <a:path h="2059333" w="6831970">
                <a:moveTo>
                  <a:pt x="0" y="0"/>
                </a:moveTo>
                <a:lnTo>
                  <a:pt x="6831970" y="0"/>
                </a:lnTo>
                <a:lnTo>
                  <a:pt x="6831970" y="2059333"/>
                </a:lnTo>
                <a:lnTo>
                  <a:pt x="0" y="20593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7033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10700" y="7144039"/>
            <a:ext cx="6831970" cy="1942199"/>
          </a:xfrm>
          <a:custGeom>
            <a:avLst/>
            <a:gdLst/>
            <a:ahLst/>
            <a:cxnLst/>
            <a:rect r="r" b="b" t="t" l="l"/>
            <a:pathLst>
              <a:path h="1942199" w="6831970">
                <a:moveTo>
                  <a:pt x="0" y="0"/>
                </a:moveTo>
                <a:lnTo>
                  <a:pt x="6831970" y="0"/>
                </a:lnTo>
                <a:lnTo>
                  <a:pt x="6831970" y="1942199"/>
                </a:lnTo>
                <a:lnTo>
                  <a:pt x="0" y="19421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79064" y="619650"/>
            <a:ext cx="12520871" cy="173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4"/>
              </a:lnSpc>
            </a:pPr>
            <a:r>
              <a:rPr lang="en-US" sz="5313" spc="-26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WAT HEBBEN WE GELEERD?</a:t>
            </a:r>
          </a:p>
          <a:p>
            <a:pPr algn="l">
              <a:lnSpc>
                <a:spcPts val="6780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8023" y="7005824"/>
            <a:ext cx="413968" cy="796092"/>
          </a:xfrm>
          <a:custGeom>
            <a:avLst/>
            <a:gdLst/>
            <a:ahLst/>
            <a:cxnLst/>
            <a:rect r="r" b="b" t="t" l="l"/>
            <a:pathLst>
              <a:path h="796092" w="413968">
                <a:moveTo>
                  <a:pt x="0" y="0"/>
                </a:moveTo>
                <a:lnTo>
                  <a:pt x="413968" y="0"/>
                </a:lnTo>
                <a:lnTo>
                  <a:pt x="413968" y="796092"/>
                </a:lnTo>
                <a:lnTo>
                  <a:pt x="0" y="79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8023" y="7801916"/>
            <a:ext cx="413968" cy="796092"/>
          </a:xfrm>
          <a:custGeom>
            <a:avLst/>
            <a:gdLst/>
            <a:ahLst/>
            <a:cxnLst/>
            <a:rect r="r" b="b" t="t" l="l"/>
            <a:pathLst>
              <a:path h="796092" w="413968">
                <a:moveTo>
                  <a:pt x="0" y="0"/>
                </a:moveTo>
                <a:lnTo>
                  <a:pt x="413968" y="0"/>
                </a:lnTo>
                <a:lnTo>
                  <a:pt x="413968" y="796092"/>
                </a:lnTo>
                <a:lnTo>
                  <a:pt x="0" y="79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8023" y="8598008"/>
            <a:ext cx="413968" cy="796092"/>
          </a:xfrm>
          <a:custGeom>
            <a:avLst/>
            <a:gdLst/>
            <a:ahLst/>
            <a:cxnLst/>
            <a:rect r="r" b="b" t="t" l="l"/>
            <a:pathLst>
              <a:path h="796092" w="413968">
                <a:moveTo>
                  <a:pt x="0" y="0"/>
                </a:moveTo>
                <a:lnTo>
                  <a:pt x="413968" y="0"/>
                </a:lnTo>
                <a:lnTo>
                  <a:pt x="413968" y="796093"/>
                </a:lnTo>
                <a:lnTo>
                  <a:pt x="0" y="796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8995" y="2908285"/>
            <a:ext cx="312025" cy="744058"/>
          </a:xfrm>
          <a:custGeom>
            <a:avLst/>
            <a:gdLst/>
            <a:ahLst/>
            <a:cxnLst/>
            <a:rect r="r" b="b" t="t" l="l"/>
            <a:pathLst>
              <a:path h="744058" w="312025">
                <a:moveTo>
                  <a:pt x="0" y="0"/>
                </a:moveTo>
                <a:lnTo>
                  <a:pt x="312024" y="0"/>
                </a:lnTo>
                <a:lnTo>
                  <a:pt x="312024" y="744058"/>
                </a:lnTo>
                <a:lnTo>
                  <a:pt x="0" y="744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79064" y="619650"/>
            <a:ext cx="12520871" cy="173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4"/>
              </a:lnSpc>
            </a:pPr>
            <a:r>
              <a:rPr lang="en-US" sz="5313" spc="-26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SUGGESTIES VOOR DE WORKSHOP</a:t>
            </a:r>
          </a:p>
          <a:p>
            <a:pPr algn="l">
              <a:lnSpc>
                <a:spcPts val="678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48995" y="3652343"/>
            <a:ext cx="312025" cy="744058"/>
          </a:xfrm>
          <a:custGeom>
            <a:avLst/>
            <a:gdLst/>
            <a:ahLst/>
            <a:cxnLst/>
            <a:rect r="r" b="b" t="t" l="l"/>
            <a:pathLst>
              <a:path h="744058" w="312025">
                <a:moveTo>
                  <a:pt x="0" y="0"/>
                </a:moveTo>
                <a:lnTo>
                  <a:pt x="312024" y="0"/>
                </a:lnTo>
                <a:lnTo>
                  <a:pt x="312024" y="744059"/>
                </a:lnTo>
                <a:lnTo>
                  <a:pt x="0" y="744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8995" y="4523823"/>
            <a:ext cx="312025" cy="744058"/>
          </a:xfrm>
          <a:custGeom>
            <a:avLst/>
            <a:gdLst/>
            <a:ahLst/>
            <a:cxnLst/>
            <a:rect r="r" b="b" t="t" l="l"/>
            <a:pathLst>
              <a:path h="744058" w="312025">
                <a:moveTo>
                  <a:pt x="0" y="0"/>
                </a:moveTo>
                <a:lnTo>
                  <a:pt x="312024" y="0"/>
                </a:lnTo>
                <a:lnTo>
                  <a:pt x="312024" y="744059"/>
                </a:lnTo>
                <a:lnTo>
                  <a:pt x="0" y="744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158097" y="1621625"/>
            <a:ext cx="2723910" cy="3050234"/>
            <a:chOff x="0" y="0"/>
            <a:chExt cx="6350000" cy="71107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5"/>
              <a:stretch>
                <a:fillRect l="-49759" t="0" r="-4975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31606" y="3265469"/>
            <a:ext cx="2693207" cy="3015853"/>
            <a:chOff x="0" y="0"/>
            <a:chExt cx="6350000" cy="71107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6"/>
              <a:stretch>
                <a:fillRect l="-49593" t="0" r="-49593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48995" y="6020357"/>
            <a:ext cx="5985063" cy="79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4231" indent="-257115" lvl="1">
              <a:lnSpc>
                <a:spcPts val="3143"/>
              </a:lnSpc>
              <a:buAutoNum type="arabicPeriod" startAt="1"/>
            </a:pPr>
            <a:r>
              <a:rPr lang="en-US" sz="2381" spc="-116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 SUGGESTIES VOOR DE WORKSHOP</a:t>
            </a:r>
          </a:p>
          <a:p>
            <a:pPr algn="l">
              <a:lnSpc>
                <a:spcPts val="314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39238" y="4747323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62586" y="3068793"/>
            <a:ext cx="4877420" cy="37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Bank 1 </a:t>
            </a: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Bank 2 eerderafstemmen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4157" y="3722353"/>
            <a:ext cx="4966444" cy="37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Docker-setup  op</a:t>
            </a: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dag 1 configureren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4157" y="4633759"/>
            <a:ext cx="6498248" cy="37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Meer gebruikmak</a:t>
            </a: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van plan-mode in AI-agents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1991" y="7151635"/>
            <a:ext cx="13944641" cy="38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Dag 1: verplicht gedeeld endpoint-co</a:t>
            </a: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ntract tussen alle banken voor betere interoperabiliteit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1991" y="7865762"/>
            <a:ext cx="13944641" cy="38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Dag 3: georganiseerde 'h</a:t>
            </a: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ack-sessie' waarbij teams elkaars systemen proberen te breken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1991" y="8703715"/>
            <a:ext cx="13944641" cy="38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-US" sz="2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elf een clearing bank bouwen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8995" y="2170160"/>
            <a:ext cx="5985063" cy="79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4231" indent="-257115" lvl="1">
              <a:lnSpc>
                <a:spcPts val="3143"/>
              </a:lnSpc>
              <a:buAutoNum type="arabicPeriod" startAt="1"/>
            </a:pPr>
            <a:r>
              <a:rPr lang="en-US" sz="2381" spc="-116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 WAT ZOUDEN WIJ ANDERS DOEN?</a:t>
            </a:r>
          </a:p>
          <a:p>
            <a:pPr algn="l">
              <a:lnSpc>
                <a:spcPts val="3143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21917" y="8100856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028700" y="808153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996033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028700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35963" y="3447612"/>
            <a:ext cx="12616074" cy="316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DAHIPRC6spA</dc:identifier>
  <dcterms:modified xsi:type="dcterms:W3CDTF">2011-08-01T06:04:30Z</dcterms:modified>
  <cp:revision>1</cp:revision>
  <dc:title>International week - Groep 17</dc:title>
</cp:coreProperties>
</file>